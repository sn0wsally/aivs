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5_716EACC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72" r:id="rId3"/>
    <p:sldId id="273" r:id="rId4"/>
    <p:sldId id="271" r:id="rId5"/>
    <p:sldId id="261" r:id="rId6"/>
    <p:sldId id="266" r:id="rId7"/>
    <p:sldId id="291" r:id="rId8"/>
    <p:sldId id="263" r:id="rId9"/>
    <p:sldId id="274" r:id="rId10"/>
    <p:sldId id="258" r:id="rId11"/>
    <p:sldId id="257" r:id="rId12"/>
    <p:sldId id="268" r:id="rId13"/>
    <p:sldId id="284" r:id="rId14"/>
    <p:sldId id="285" r:id="rId15"/>
    <p:sldId id="286" r:id="rId16"/>
    <p:sldId id="259" r:id="rId17"/>
    <p:sldId id="292" r:id="rId18"/>
    <p:sldId id="293" r:id="rId19"/>
    <p:sldId id="294" r:id="rId20"/>
    <p:sldId id="281" r:id="rId21"/>
    <p:sldId id="278" r:id="rId22"/>
    <p:sldId id="296" r:id="rId23"/>
    <p:sldId id="267" r:id="rId24"/>
    <p:sldId id="297" r:id="rId25"/>
    <p:sldId id="280" r:id="rId26"/>
    <p:sldId id="298" r:id="rId27"/>
    <p:sldId id="289" r:id="rId28"/>
    <p:sldId id="288" r:id="rId29"/>
    <p:sldId id="302" r:id="rId30"/>
    <p:sldId id="303" r:id="rId31"/>
    <p:sldId id="282" r:id="rId32"/>
    <p:sldId id="275" r:id="rId33"/>
    <p:sldId id="304" r:id="rId34"/>
    <p:sldId id="287" r:id="rId35"/>
    <p:sldId id="283" r:id="rId36"/>
    <p:sldId id="299" r:id="rId37"/>
    <p:sldId id="270" r:id="rId38"/>
    <p:sldId id="277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89F67B-5D63-7939-A440-0497DEB83F77}" name="수빈 현" initials="수현" userId="50c7fbf66ba41bd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A2AE"/>
    <a:srgbClr val="297FD5"/>
    <a:srgbClr val="629DD1"/>
    <a:srgbClr val="4781C5"/>
    <a:srgbClr val="7F8FA9"/>
    <a:srgbClr val="648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2130" autoAdjust="0"/>
  </p:normalViewPr>
  <p:slideViewPr>
    <p:cSldViewPr snapToGrid="0">
      <p:cViewPr varScale="1">
        <p:scale>
          <a:sx n="69" d="100"/>
          <a:sy n="69" d="100"/>
        </p:scale>
        <p:origin x="60" y="2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83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Clinic effect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CF8-447B-B0AD-555E01A93B0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CF8-447B-B0AD-555E01A93B0E}"/>
              </c:ext>
            </c:extLst>
          </c:dPt>
          <c:cat>
            <c:strRef>
              <c:f>Sheet1!$A$2:$A$3</c:f>
              <c:strCache>
                <c:ptCount val="2"/>
                <c:pt idx="0">
                  <c:v>Y</c:v>
                </c:pt>
                <c:pt idx="1">
                  <c:v>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69.400000000000006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59-493F-A41D-C52F62F395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Recurrence of Seizure 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Childhood</c:v>
                </c:pt>
                <c:pt idx="1">
                  <c:v>Adult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F2-4995-92B9-4A2B00B275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Recurrence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Childhood</c:v>
                </c:pt>
                <c:pt idx="1">
                  <c:v>Adult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F2-4995-92B9-4A2B00B275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Childhood</c:v>
                </c:pt>
                <c:pt idx="1">
                  <c:v>Adult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F2-4995-92B9-4A2B00B27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3212495"/>
        <c:axId val="173199535"/>
      </c:barChart>
      <c:catAx>
        <c:axId val="173212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3199535"/>
        <c:crosses val="autoZero"/>
        <c:auto val="1"/>
        <c:lblAlgn val="ctr"/>
        <c:lblOffset val="100"/>
        <c:noMultiLvlLbl val="0"/>
      </c:catAx>
      <c:valAx>
        <c:axId val="173199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3212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n-US" altLang="ko-KR" sz="2000">
                <a:latin typeface="+mj-lt"/>
              </a:rPr>
              <a:t>Loss change</a:t>
            </a:r>
            <a:r>
              <a:rPr lang="en-US" altLang="ko-KR" sz="2000" baseline="0">
                <a:latin typeface="+mj-lt"/>
              </a:rPr>
              <a:t> through training process</a:t>
            </a:r>
            <a:endParaRPr lang="ko-KR" altLang="en-US" sz="2000"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shuffled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  <c:pt idx="11">
                  <c:v>600</c:v>
                </c:pt>
                <c:pt idx="12">
                  <c:v>650</c:v>
                </c:pt>
                <c:pt idx="13">
                  <c:v>700</c:v>
                </c:pt>
                <c:pt idx="14">
                  <c:v>750</c:v>
                </c:pt>
                <c:pt idx="15">
                  <c:v>800</c:v>
                </c:pt>
                <c:pt idx="16">
                  <c:v>850</c:v>
                </c:pt>
                <c:pt idx="17">
                  <c:v>900</c:v>
                </c:pt>
                <c:pt idx="18">
                  <c:v>950</c:v>
                </c:pt>
                <c:pt idx="19">
                  <c:v>1000</c:v>
                </c:pt>
                <c:pt idx="20">
                  <c:v>1050</c:v>
                </c:pt>
                <c:pt idx="21">
                  <c:v>1100</c:v>
                </c:pt>
                <c:pt idx="22">
                  <c:v>1150</c:v>
                </c:pt>
                <c:pt idx="23">
                  <c:v>1200</c:v>
                </c:pt>
                <c:pt idx="24">
                  <c:v>1250</c:v>
                </c:pt>
                <c:pt idx="25">
                  <c:v>1300</c:v>
                </c:pt>
                <c:pt idx="26">
                  <c:v>1350</c:v>
                </c:pt>
                <c:pt idx="27">
                  <c:v>1400</c:v>
                </c:pt>
                <c:pt idx="28">
                  <c:v>1450</c:v>
                </c:pt>
                <c:pt idx="29">
                  <c:v>1500</c:v>
                </c:pt>
                <c:pt idx="30">
                  <c:v>1550</c:v>
                </c:pt>
                <c:pt idx="31">
                  <c:v>1600</c:v>
                </c:pt>
                <c:pt idx="32">
                  <c:v>1650</c:v>
                </c:pt>
                <c:pt idx="33">
                  <c:v>1700</c:v>
                </c:pt>
                <c:pt idx="34">
                  <c:v>1750</c:v>
                </c:pt>
                <c:pt idx="35">
                  <c:v>1800</c:v>
                </c:pt>
              </c:numCache>
            </c:numRef>
          </c:xVal>
          <c:yVal>
            <c:numRef>
              <c:f>Sheet1!$B$2:$B$37</c:f>
              <c:numCache>
                <c:formatCode>General</c:formatCode>
                <c:ptCount val="36"/>
                <c:pt idx="0">
                  <c:v>4.4999999999999998E-2</c:v>
                </c:pt>
                <c:pt idx="1">
                  <c:v>4.4999999999999998E-2</c:v>
                </c:pt>
                <c:pt idx="2">
                  <c:v>4.4999999999999998E-2</c:v>
                </c:pt>
                <c:pt idx="3">
                  <c:v>4.4999999999999998E-2</c:v>
                </c:pt>
                <c:pt idx="4">
                  <c:v>4.4999999999999998E-2</c:v>
                </c:pt>
                <c:pt idx="5">
                  <c:v>4.4999999999999998E-2</c:v>
                </c:pt>
                <c:pt idx="6">
                  <c:v>4.4999999999999998E-2</c:v>
                </c:pt>
                <c:pt idx="7">
                  <c:v>4.4999999999999998E-2</c:v>
                </c:pt>
                <c:pt idx="8">
                  <c:v>4.4999999999999998E-2</c:v>
                </c:pt>
                <c:pt idx="9">
                  <c:v>4.4999999999999998E-2</c:v>
                </c:pt>
                <c:pt idx="10">
                  <c:v>4.4999999999999998E-2</c:v>
                </c:pt>
                <c:pt idx="11">
                  <c:v>4.4999999999999998E-2</c:v>
                </c:pt>
                <c:pt idx="12">
                  <c:v>4.4999999999999998E-2</c:v>
                </c:pt>
                <c:pt idx="13">
                  <c:v>4.4999999999999998E-2</c:v>
                </c:pt>
                <c:pt idx="14">
                  <c:v>4.4999999999999998E-2</c:v>
                </c:pt>
                <c:pt idx="15">
                  <c:v>4.4999999999999998E-2</c:v>
                </c:pt>
                <c:pt idx="16">
                  <c:v>4.4999999999999998E-2</c:v>
                </c:pt>
                <c:pt idx="17">
                  <c:v>4.4999999999999998E-2</c:v>
                </c:pt>
                <c:pt idx="18">
                  <c:v>4.4999999999999998E-2</c:v>
                </c:pt>
                <c:pt idx="19">
                  <c:v>4.4999999999999998E-2</c:v>
                </c:pt>
                <c:pt idx="20">
                  <c:v>4.4999999999999998E-2</c:v>
                </c:pt>
                <c:pt idx="21">
                  <c:v>4.4999999999999998E-2</c:v>
                </c:pt>
                <c:pt idx="22">
                  <c:v>4.4999999999999998E-2</c:v>
                </c:pt>
                <c:pt idx="23">
                  <c:v>4.4999999999999998E-2</c:v>
                </c:pt>
                <c:pt idx="24">
                  <c:v>4.4999999999999998E-2</c:v>
                </c:pt>
                <c:pt idx="25">
                  <c:v>4.4999999999999998E-2</c:v>
                </c:pt>
                <c:pt idx="26">
                  <c:v>4.4999999999999998E-2</c:v>
                </c:pt>
                <c:pt idx="27">
                  <c:v>4.4999999999999998E-2</c:v>
                </c:pt>
                <c:pt idx="28">
                  <c:v>4.4999999999999998E-2</c:v>
                </c:pt>
                <c:pt idx="29">
                  <c:v>4.4999999999999998E-2</c:v>
                </c:pt>
                <c:pt idx="30">
                  <c:v>4.4999999999999998E-2</c:v>
                </c:pt>
                <c:pt idx="31">
                  <c:v>4.4999999999999998E-2</c:v>
                </c:pt>
                <c:pt idx="32">
                  <c:v>4.4999999999999998E-2</c:v>
                </c:pt>
                <c:pt idx="33">
                  <c:v>4.4999999999999998E-2</c:v>
                </c:pt>
                <c:pt idx="34">
                  <c:v>4.4999999999999998E-2</c:v>
                </c:pt>
                <c:pt idx="35">
                  <c:v>4.4999999999999998E-2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F59-42C7-89A8-819C90FE5F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shuffled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  <c:pt idx="11">
                  <c:v>600</c:v>
                </c:pt>
                <c:pt idx="12">
                  <c:v>650</c:v>
                </c:pt>
                <c:pt idx="13">
                  <c:v>700</c:v>
                </c:pt>
                <c:pt idx="14">
                  <c:v>750</c:v>
                </c:pt>
                <c:pt idx="15">
                  <c:v>800</c:v>
                </c:pt>
                <c:pt idx="16">
                  <c:v>850</c:v>
                </c:pt>
                <c:pt idx="17">
                  <c:v>900</c:v>
                </c:pt>
                <c:pt idx="18">
                  <c:v>950</c:v>
                </c:pt>
                <c:pt idx="19">
                  <c:v>1000</c:v>
                </c:pt>
                <c:pt idx="20">
                  <c:v>1050</c:v>
                </c:pt>
                <c:pt idx="21">
                  <c:v>1100</c:v>
                </c:pt>
                <c:pt idx="22">
                  <c:v>1150</c:v>
                </c:pt>
                <c:pt idx="23">
                  <c:v>1200</c:v>
                </c:pt>
                <c:pt idx="24">
                  <c:v>1250</c:v>
                </c:pt>
                <c:pt idx="25">
                  <c:v>1300</c:v>
                </c:pt>
                <c:pt idx="26">
                  <c:v>1350</c:v>
                </c:pt>
                <c:pt idx="27">
                  <c:v>1400</c:v>
                </c:pt>
                <c:pt idx="28">
                  <c:v>1450</c:v>
                </c:pt>
                <c:pt idx="29">
                  <c:v>1500</c:v>
                </c:pt>
                <c:pt idx="30">
                  <c:v>1550</c:v>
                </c:pt>
                <c:pt idx="31">
                  <c:v>1600</c:v>
                </c:pt>
                <c:pt idx="32">
                  <c:v>1650</c:v>
                </c:pt>
                <c:pt idx="33">
                  <c:v>1700</c:v>
                </c:pt>
                <c:pt idx="34">
                  <c:v>1750</c:v>
                </c:pt>
                <c:pt idx="35">
                  <c:v>1800</c:v>
                </c:pt>
              </c:numCache>
            </c:numRef>
          </c:xVal>
          <c:yVal>
            <c:numRef>
              <c:f>Sheet1!$C$2:$C$37</c:f>
              <c:numCache>
                <c:formatCode>General</c:formatCode>
                <c:ptCount val="36"/>
                <c:pt idx="0">
                  <c:v>3.0000000000000001E-3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4.8000000000000001E-2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6.7000000000000004E-2</c:v>
                </c:pt>
                <c:pt idx="17">
                  <c:v>2.9000000000000001E-2</c:v>
                </c:pt>
                <c:pt idx="18">
                  <c:v>1.9E-2</c:v>
                </c:pt>
                <c:pt idx="19">
                  <c:v>1.0999999999999999E-2</c:v>
                </c:pt>
                <c:pt idx="20">
                  <c:v>7.0000000000000001E-3</c:v>
                </c:pt>
                <c:pt idx="21">
                  <c:v>4.0000000000000001E-3</c:v>
                </c:pt>
                <c:pt idx="22">
                  <c:v>3.0000000000000001E-3</c:v>
                </c:pt>
                <c:pt idx="23">
                  <c:v>2E-3</c:v>
                </c:pt>
                <c:pt idx="24">
                  <c:v>7.9000000000000001E-2</c:v>
                </c:pt>
                <c:pt idx="25">
                  <c:v>3.5999999999999997E-2</c:v>
                </c:pt>
                <c:pt idx="26">
                  <c:v>1.7000000000000001E-2</c:v>
                </c:pt>
                <c:pt idx="27">
                  <c:v>8.0000000000000002E-3</c:v>
                </c:pt>
                <c:pt idx="28">
                  <c:v>4.0000000000000001E-3</c:v>
                </c:pt>
                <c:pt idx="29">
                  <c:v>2E-3</c:v>
                </c:pt>
                <c:pt idx="30">
                  <c:v>2E-3</c:v>
                </c:pt>
                <c:pt idx="31">
                  <c:v>1E-3</c:v>
                </c:pt>
                <c:pt idx="32">
                  <c:v>8.7999999999999995E-2</c:v>
                </c:pt>
                <c:pt idx="33">
                  <c:v>3.4000000000000002E-2</c:v>
                </c:pt>
                <c:pt idx="34">
                  <c:v>1.4999999999999999E-2</c:v>
                </c:pt>
                <c:pt idx="35">
                  <c:v>7.0000000000000001E-3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F59-42C7-89A8-819C90FE5F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7267808"/>
        <c:axId val="467268768"/>
      </c:scatterChart>
      <c:valAx>
        <c:axId val="467267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7268768"/>
        <c:crosses val="autoZero"/>
        <c:crossBetween val="midCat"/>
      </c:valAx>
      <c:valAx>
        <c:axId val="467268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726780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5_716EAC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36E8A19-C3FC-41AA-A6D7-1C61A1BD27F9}" authorId="{3C89F67B-5D63-7939-A440-0497DEB83F77}" created="2024-07-20T01:53:59.1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8942412" sldId="261"/>
      <ac:spMk id="3" creationId="{AD1648EB-9359-ADDD-54A4-0EEFB3AC18EC}"/>
      <ac:txMk cp="0" len="12">
        <ac:context len="71" hash="2982964813"/>
      </ac:txMk>
    </ac:txMkLst>
    <p188:txBody>
      <a:bodyPr/>
      <a:lstStyle/>
      <a:p>
        <a:r>
          <a:rPr lang="ko-KR" altLang="en-US"/>
          <a:t>about dataset 
Problem
Solution(what to do, what is my task)</a:t>
        </a:r>
      </a:p>
    </p188:txBody>
  </p188:cm>
  <p188:cm id="{79EB7CBE-9AA1-4B2E-B2AB-AD4F3AB62C59}" authorId="{3C89F67B-5D63-7939-A440-0497DEB83F77}" created="2024-07-20T01:55:45.2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8942412" sldId="261"/>
      <ac:spMk id="3" creationId="{AD1648EB-9359-ADDD-54A4-0EEFB3AC18EC}"/>
      <ac:txMk cp="46" len="6">
        <ac:context len="71" hash="2982964813"/>
      </ac:txMk>
    </ac:txMkLst>
    <p188:txBody>
      <a:bodyPr/>
      <a:lstStyle/>
      <a:p>
        <a:r>
          <a:rPr lang="ko-KR" altLang="en-US"/>
          <a:t>2D, 3D convolutional neural network (CNN)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A14D9B-A200-4032-950E-2EF0A4D7E27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8500993-8CA0-4B85-BCE3-C54B29CCECB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/>
            <a:t>Method</a:t>
          </a:r>
        </a:p>
      </dgm:t>
    </dgm:pt>
    <dgm:pt modelId="{3444D881-9121-4432-B9C8-4779CE588964}" type="parTrans" cxnId="{8278BC8B-E3B4-4090-A166-54D09F611A27}">
      <dgm:prSet/>
      <dgm:spPr/>
      <dgm:t>
        <a:bodyPr/>
        <a:lstStyle/>
        <a:p>
          <a:endParaRPr lang="en-US"/>
        </a:p>
      </dgm:t>
    </dgm:pt>
    <dgm:pt modelId="{33EBF143-E7BE-4DB5-8647-AE8BD344DC75}" type="sibTrans" cxnId="{8278BC8B-E3B4-4090-A166-54D09F611A2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86EB1E-F347-4F87-B824-625D71C7E0A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/>
            <a:t>Result</a:t>
          </a:r>
        </a:p>
      </dgm:t>
    </dgm:pt>
    <dgm:pt modelId="{92BC3BCB-62E0-4F37-A67C-5CB1DE8079D0}" type="parTrans" cxnId="{23FFBEC6-B61D-4B1A-99C7-BB2B93BF8CE1}">
      <dgm:prSet/>
      <dgm:spPr/>
      <dgm:t>
        <a:bodyPr/>
        <a:lstStyle/>
        <a:p>
          <a:endParaRPr lang="en-US"/>
        </a:p>
      </dgm:t>
    </dgm:pt>
    <dgm:pt modelId="{BA90BF0B-CB17-40E8-B058-0347D792035C}" type="sibTrans" cxnId="{23FFBEC6-B61D-4B1A-99C7-BB2B93BF8C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56E6F44-76A6-4BEF-BAF9-A11E2F9A2B96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/>
            <a:t>Discussion</a:t>
          </a:r>
        </a:p>
      </dgm:t>
    </dgm:pt>
    <dgm:pt modelId="{FB520844-827A-424C-B9CF-7B419A83A503}" type="parTrans" cxnId="{7FEC1A5F-45B4-4A8E-844A-72B05B474D63}">
      <dgm:prSet/>
      <dgm:spPr/>
      <dgm:t>
        <a:bodyPr/>
        <a:lstStyle/>
        <a:p>
          <a:endParaRPr lang="en-US"/>
        </a:p>
      </dgm:t>
    </dgm:pt>
    <dgm:pt modelId="{7A7AF009-9239-4511-B210-9171D8B0A978}" type="sibTrans" cxnId="{7FEC1A5F-45B4-4A8E-844A-72B05B474D63}">
      <dgm:prSet/>
      <dgm:spPr/>
      <dgm:t>
        <a:bodyPr/>
        <a:lstStyle/>
        <a:p>
          <a:endParaRPr lang="en-US"/>
        </a:p>
      </dgm:t>
    </dgm:pt>
    <dgm:pt modelId="{CD5CD23B-6E07-46D4-AE44-20A529BFB438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Introduction (dataset overview)</a:t>
          </a:r>
        </a:p>
      </dgm:t>
    </dgm:pt>
    <dgm:pt modelId="{C61C6796-4929-4ABA-BD9F-A5764E678A69}" type="sibTrans" cxnId="{FA9F803E-9ABD-41CD-B77C-1D61293C256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BB3F92-7581-4DB2-A3C7-419761B61DAF}" type="parTrans" cxnId="{FA9F803E-9ABD-41CD-B77C-1D61293C2568}">
      <dgm:prSet/>
      <dgm:spPr/>
      <dgm:t>
        <a:bodyPr/>
        <a:lstStyle/>
        <a:p>
          <a:endParaRPr lang="en-US"/>
        </a:p>
      </dgm:t>
    </dgm:pt>
    <dgm:pt modelId="{B2C752E6-3831-49F5-AD7C-7BCA649A202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Related Works (previous studies)</a:t>
          </a:r>
        </a:p>
      </dgm:t>
    </dgm:pt>
    <dgm:pt modelId="{5ACCC550-B2C0-4B40-ACCA-F863CDB8CFD5}" type="sibTrans" cxnId="{3456826E-E7AB-42AA-BC29-6A4FC25D3ED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42FF0CB-84BD-4BB0-811E-5AC04C6FD69B}" type="parTrans" cxnId="{3456826E-E7AB-42AA-BC29-6A4FC25D3ED5}">
      <dgm:prSet/>
      <dgm:spPr/>
      <dgm:t>
        <a:bodyPr/>
        <a:lstStyle/>
        <a:p>
          <a:endParaRPr lang="en-US"/>
        </a:p>
      </dgm:t>
    </dgm:pt>
    <dgm:pt modelId="{18BF25DE-176E-4DA3-8C61-5EB06CC8841F}" type="pres">
      <dgm:prSet presAssocID="{F9A14D9B-A200-4032-950E-2EF0A4D7E276}" presName="root" presStyleCnt="0">
        <dgm:presLayoutVars>
          <dgm:dir/>
          <dgm:resizeHandles val="exact"/>
        </dgm:presLayoutVars>
      </dgm:prSet>
      <dgm:spPr/>
    </dgm:pt>
    <dgm:pt modelId="{E3A0A0E7-472F-4C20-8D81-14FE0F7D97E9}" type="pres">
      <dgm:prSet presAssocID="{CD5CD23B-6E07-46D4-AE44-20A529BFB438}" presName="compNode" presStyleCnt="0"/>
      <dgm:spPr/>
    </dgm:pt>
    <dgm:pt modelId="{A19FDCCE-C9FE-4E1F-80B0-330E1ABCEDD6}" type="pres">
      <dgm:prSet presAssocID="{CD5CD23B-6E07-46D4-AE44-20A529BFB438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8930827-72E1-4D9D-945F-F906C64D7AE5}" type="pres">
      <dgm:prSet presAssocID="{CD5CD23B-6E07-46D4-AE44-20A529BFB43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문서"/>
        </a:ext>
      </dgm:extLst>
    </dgm:pt>
    <dgm:pt modelId="{F8A87055-CAB8-4F0E-8D27-281878C9B077}" type="pres">
      <dgm:prSet presAssocID="{CD5CD23B-6E07-46D4-AE44-20A529BFB438}" presName="spaceRect" presStyleCnt="0"/>
      <dgm:spPr/>
    </dgm:pt>
    <dgm:pt modelId="{31CD0DB8-D651-48DE-A147-AD253C8587C2}" type="pres">
      <dgm:prSet presAssocID="{CD5CD23B-6E07-46D4-AE44-20A529BFB438}" presName="textRect" presStyleLbl="revTx" presStyleIdx="0" presStyleCnt="5" custScaleX="111321">
        <dgm:presLayoutVars>
          <dgm:chMax val="1"/>
          <dgm:chPref val="1"/>
        </dgm:presLayoutVars>
      </dgm:prSet>
      <dgm:spPr/>
    </dgm:pt>
    <dgm:pt modelId="{47A26327-AA9D-429D-B354-80F4812DC0E5}" type="pres">
      <dgm:prSet presAssocID="{C61C6796-4929-4ABA-BD9F-A5764E678A69}" presName="sibTrans" presStyleCnt="0"/>
      <dgm:spPr/>
    </dgm:pt>
    <dgm:pt modelId="{77D89679-5F54-4579-A873-6A084872716B}" type="pres">
      <dgm:prSet presAssocID="{B2C752E6-3831-49F5-AD7C-7BCA649A202A}" presName="compNode" presStyleCnt="0"/>
      <dgm:spPr/>
    </dgm:pt>
    <dgm:pt modelId="{73208261-67B2-4437-B20F-0A7D46BCCE4D}" type="pres">
      <dgm:prSet presAssocID="{B2C752E6-3831-49F5-AD7C-7BCA649A202A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02B5E65-841A-477D-A7C9-A780B2486A28}" type="pres">
      <dgm:prSet presAssocID="{B2C752E6-3831-49F5-AD7C-7BCA649A202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처음"/>
        </a:ext>
      </dgm:extLst>
    </dgm:pt>
    <dgm:pt modelId="{841A5355-3C47-4F78-A02C-1D82D2F65CCE}" type="pres">
      <dgm:prSet presAssocID="{B2C752E6-3831-49F5-AD7C-7BCA649A202A}" presName="spaceRect" presStyleCnt="0"/>
      <dgm:spPr/>
    </dgm:pt>
    <dgm:pt modelId="{C8BF8D68-6A80-4CB4-A329-86C4B8C87CD0}" type="pres">
      <dgm:prSet presAssocID="{B2C752E6-3831-49F5-AD7C-7BCA649A202A}" presName="textRect" presStyleLbl="revTx" presStyleIdx="1" presStyleCnt="5" custScaleX="119000">
        <dgm:presLayoutVars>
          <dgm:chMax val="1"/>
          <dgm:chPref val="1"/>
        </dgm:presLayoutVars>
      </dgm:prSet>
      <dgm:spPr/>
    </dgm:pt>
    <dgm:pt modelId="{30687552-B621-43F2-BBEE-0A7C994C4DED}" type="pres">
      <dgm:prSet presAssocID="{5ACCC550-B2C0-4B40-ACCA-F863CDB8CFD5}" presName="sibTrans" presStyleCnt="0"/>
      <dgm:spPr/>
    </dgm:pt>
    <dgm:pt modelId="{5A718EA4-374C-4042-8A36-0B3C1FFF2EC2}" type="pres">
      <dgm:prSet presAssocID="{28500993-8CA0-4B85-BCE3-C54B29CCECBE}" presName="compNode" presStyleCnt="0"/>
      <dgm:spPr/>
    </dgm:pt>
    <dgm:pt modelId="{3CCB47FD-2970-497D-BE76-F735A4B22286}" type="pres">
      <dgm:prSet presAssocID="{28500993-8CA0-4B85-BCE3-C54B29CCECBE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40F1BBC-6CB0-42B8-8FF2-BCEF6B8E4669}" type="pres">
      <dgm:prSet presAssocID="{28500993-8CA0-4B85-BCE3-C54B29CCECB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5BE4654F-13F7-4F31-8BFC-98D22309ED53}" type="pres">
      <dgm:prSet presAssocID="{28500993-8CA0-4B85-BCE3-C54B29CCECBE}" presName="spaceRect" presStyleCnt="0"/>
      <dgm:spPr/>
    </dgm:pt>
    <dgm:pt modelId="{5A2667A6-9FA1-42C9-BD71-50114EDC4D20}" type="pres">
      <dgm:prSet presAssocID="{28500993-8CA0-4B85-BCE3-C54B29CCECBE}" presName="textRect" presStyleLbl="revTx" presStyleIdx="2" presStyleCnt="5">
        <dgm:presLayoutVars>
          <dgm:chMax val="1"/>
          <dgm:chPref val="1"/>
        </dgm:presLayoutVars>
      </dgm:prSet>
      <dgm:spPr/>
    </dgm:pt>
    <dgm:pt modelId="{8342B41A-EE5D-41DC-A1EF-7ED6A7BEDBC3}" type="pres">
      <dgm:prSet presAssocID="{33EBF143-E7BE-4DB5-8647-AE8BD344DC75}" presName="sibTrans" presStyleCnt="0"/>
      <dgm:spPr/>
    </dgm:pt>
    <dgm:pt modelId="{D474306A-4858-40CB-81C3-E3704BBAE5FF}" type="pres">
      <dgm:prSet presAssocID="{A786EB1E-F347-4F87-B824-625D71C7E0AC}" presName="compNode" presStyleCnt="0"/>
      <dgm:spPr/>
    </dgm:pt>
    <dgm:pt modelId="{E5BF3DBF-55CC-4A22-86E7-3A0AE2928B6D}" type="pres">
      <dgm:prSet presAssocID="{A786EB1E-F347-4F87-B824-625D71C7E0AC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8BC40F6-DF6F-4E36-A925-87B78702CA9C}" type="pres">
      <dgm:prSet presAssocID="{A786EB1E-F347-4F87-B824-625D71C7E0A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과녁"/>
        </a:ext>
      </dgm:extLst>
    </dgm:pt>
    <dgm:pt modelId="{533E654C-1C81-41CA-88BF-AC50BF850B5E}" type="pres">
      <dgm:prSet presAssocID="{A786EB1E-F347-4F87-B824-625D71C7E0AC}" presName="spaceRect" presStyleCnt="0"/>
      <dgm:spPr/>
    </dgm:pt>
    <dgm:pt modelId="{0817290E-95BC-4469-8B75-BEB9C23895BD}" type="pres">
      <dgm:prSet presAssocID="{A786EB1E-F347-4F87-B824-625D71C7E0AC}" presName="textRect" presStyleLbl="revTx" presStyleIdx="3" presStyleCnt="5">
        <dgm:presLayoutVars>
          <dgm:chMax val="1"/>
          <dgm:chPref val="1"/>
        </dgm:presLayoutVars>
      </dgm:prSet>
      <dgm:spPr/>
    </dgm:pt>
    <dgm:pt modelId="{2BDF32E5-1575-49C4-93CB-4E14F737205F}" type="pres">
      <dgm:prSet presAssocID="{BA90BF0B-CB17-40E8-B058-0347D792035C}" presName="sibTrans" presStyleCnt="0"/>
      <dgm:spPr/>
    </dgm:pt>
    <dgm:pt modelId="{590D764A-8A84-40B1-834A-6A07F85E1C10}" type="pres">
      <dgm:prSet presAssocID="{556E6F44-76A6-4BEF-BAF9-A11E2F9A2B96}" presName="compNode" presStyleCnt="0"/>
      <dgm:spPr/>
    </dgm:pt>
    <dgm:pt modelId="{666EDEB7-83D8-457F-AA75-1D8283389F37}" type="pres">
      <dgm:prSet presAssocID="{556E6F44-76A6-4BEF-BAF9-A11E2F9A2B96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0055A91-E040-4636-813D-013BD31486A4}" type="pres">
      <dgm:prSet presAssocID="{556E6F44-76A6-4BEF-BAF9-A11E2F9A2B9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채팅"/>
        </a:ext>
      </dgm:extLst>
    </dgm:pt>
    <dgm:pt modelId="{E9B6E7F1-83FA-45F6-B1C1-8D41A0EFBEC2}" type="pres">
      <dgm:prSet presAssocID="{556E6F44-76A6-4BEF-BAF9-A11E2F9A2B96}" presName="spaceRect" presStyleCnt="0"/>
      <dgm:spPr/>
    </dgm:pt>
    <dgm:pt modelId="{3EAA9160-C70C-4D53-9DD6-04354396CEF1}" type="pres">
      <dgm:prSet presAssocID="{556E6F44-76A6-4BEF-BAF9-A11E2F9A2B9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AC9C117-9C8E-4F3F-9517-4FEACCF8852C}" type="presOf" srcId="{CD5CD23B-6E07-46D4-AE44-20A529BFB438}" destId="{31CD0DB8-D651-48DE-A147-AD253C8587C2}" srcOrd="0" destOrd="0" presId="urn:microsoft.com/office/officeart/2018/5/layout/IconLeafLabelList"/>
    <dgm:cxn modelId="{FA9F803E-9ABD-41CD-B77C-1D61293C2568}" srcId="{F9A14D9B-A200-4032-950E-2EF0A4D7E276}" destId="{CD5CD23B-6E07-46D4-AE44-20A529BFB438}" srcOrd="0" destOrd="0" parTransId="{82BB3F92-7581-4DB2-A3C7-419761B61DAF}" sibTransId="{C61C6796-4929-4ABA-BD9F-A5764E678A69}"/>
    <dgm:cxn modelId="{E3FD515D-6D2F-4C3D-9544-31150DC542E6}" type="presOf" srcId="{B2C752E6-3831-49F5-AD7C-7BCA649A202A}" destId="{C8BF8D68-6A80-4CB4-A329-86C4B8C87CD0}" srcOrd="0" destOrd="0" presId="urn:microsoft.com/office/officeart/2018/5/layout/IconLeafLabelList"/>
    <dgm:cxn modelId="{7FEC1A5F-45B4-4A8E-844A-72B05B474D63}" srcId="{F9A14D9B-A200-4032-950E-2EF0A4D7E276}" destId="{556E6F44-76A6-4BEF-BAF9-A11E2F9A2B96}" srcOrd="4" destOrd="0" parTransId="{FB520844-827A-424C-B9CF-7B419A83A503}" sibTransId="{7A7AF009-9239-4511-B210-9171D8B0A978}"/>
    <dgm:cxn modelId="{3456826E-E7AB-42AA-BC29-6A4FC25D3ED5}" srcId="{F9A14D9B-A200-4032-950E-2EF0A4D7E276}" destId="{B2C752E6-3831-49F5-AD7C-7BCA649A202A}" srcOrd="1" destOrd="0" parTransId="{542FF0CB-84BD-4BB0-811E-5AC04C6FD69B}" sibTransId="{5ACCC550-B2C0-4B40-ACCA-F863CDB8CFD5}"/>
    <dgm:cxn modelId="{13C3827F-759E-45A6-B1A1-7277AFC912F8}" type="presOf" srcId="{A786EB1E-F347-4F87-B824-625D71C7E0AC}" destId="{0817290E-95BC-4469-8B75-BEB9C23895BD}" srcOrd="0" destOrd="0" presId="urn:microsoft.com/office/officeart/2018/5/layout/IconLeafLabelList"/>
    <dgm:cxn modelId="{8278BC8B-E3B4-4090-A166-54D09F611A27}" srcId="{F9A14D9B-A200-4032-950E-2EF0A4D7E276}" destId="{28500993-8CA0-4B85-BCE3-C54B29CCECBE}" srcOrd="2" destOrd="0" parTransId="{3444D881-9121-4432-B9C8-4779CE588964}" sibTransId="{33EBF143-E7BE-4DB5-8647-AE8BD344DC75}"/>
    <dgm:cxn modelId="{3E15FEB0-5B7A-42BC-8D97-8FE4A969A824}" type="presOf" srcId="{F9A14D9B-A200-4032-950E-2EF0A4D7E276}" destId="{18BF25DE-176E-4DA3-8C61-5EB06CC8841F}" srcOrd="0" destOrd="0" presId="urn:microsoft.com/office/officeart/2018/5/layout/IconLeafLabelList"/>
    <dgm:cxn modelId="{C48E80C6-A5E5-479D-8CAB-7AC7DB37BBB7}" type="presOf" srcId="{556E6F44-76A6-4BEF-BAF9-A11E2F9A2B96}" destId="{3EAA9160-C70C-4D53-9DD6-04354396CEF1}" srcOrd="0" destOrd="0" presId="urn:microsoft.com/office/officeart/2018/5/layout/IconLeafLabelList"/>
    <dgm:cxn modelId="{23FFBEC6-B61D-4B1A-99C7-BB2B93BF8CE1}" srcId="{F9A14D9B-A200-4032-950E-2EF0A4D7E276}" destId="{A786EB1E-F347-4F87-B824-625D71C7E0AC}" srcOrd="3" destOrd="0" parTransId="{92BC3BCB-62E0-4F37-A67C-5CB1DE8079D0}" sibTransId="{BA90BF0B-CB17-40E8-B058-0347D792035C}"/>
    <dgm:cxn modelId="{D77785C8-DE08-4657-AFD1-1F857963810F}" type="presOf" srcId="{28500993-8CA0-4B85-BCE3-C54B29CCECBE}" destId="{5A2667A6-9FA1-42C9-BD71-50114EDC4D20}" srcOrd="0" destOrd="0" presId="urn:microsoft.com/office/officeart/2018/5/layout/IconLeafLabelList"/>
    <dgm:cxn modelId="{06B05D1F-C8B0-44E0-8787-94D1DD3DECF6}" type="presParOf" srcId="{18BF25DE-176E-4DA3-8C61-5EB06CC8841F}" destId="{E3A0A0E7-472F-4C20-8D81-14FE0F7D97E9}" srcOrd="0" destOrd="0" presId="urn:microsoft.com/office/officeart/2018/5/layout/IconLeafLabelList"/>
    <dgm:cxn modelId="{CE394D7F-9B09-4350-A8C5-86E50FFF1EC5}" type="presParOf" srcId="{E3A0A0E7-472F-4C20-8D81-14FE0F7D97E9}" destId="{A19FDCCE-C9FE-4E1F-80B0-330E1ABCEDD6}" srcOrd="0" destOrd="0" presId="urn:microsoft.com/office/officeart/2018/5/layout/IconLeafLabelList"/>
    <dgm:cxn modelId="{5B0EC1C5-487D-4896-86B4-BC3A92DCA997}" type="presParOf" srcId="{E3A0A0E7-472F-4C20-8D81-14FE0F7D97E9}" destId="{48930827-72E1-4D9D-945F-F906C64D7AE5}" srcOrd="1" destOrd="0" presId="urn:microsoft.com/office/officeart/2018/5/layout/IconLeafLabelList"/>
    <dgm:cxn modelId="{99C5546D-BB15-4AD2-AFD0-2632DEF01CCA}" type="presParOf" srcId="{E3A0A0E7-472F-4C20-8D81-14FE0F7D97E9}" destId="{F8A87055-CAB8-4F0E-8D27-281878C9B077}" srcOrd="2" destOrd="0" presId="urn:microsoft.com/office/officeart/2018/5/layout/IconLeafLabelList"/>
    <dgm:cxn modelId="{12CBB524-9D51-446B-81CA-B7F72FF17F07}" type="presParOf" srcId="{E3A0A0E7-472F-4C20-8D81-14FE0F7D97E9}" destId="{31CD0DB8-D651-48DE-A147-AD253C8587C2}" srcOrd="3" destOrd="0" presId="urn:microsoft.com/office/officeart/2018/5/layout/IconLeafLabelList"/>
    <dgm:cxn modelId="{3764C2D2-E5D7-46B0-B674-A596EA2D5C1E}" type="presParOf" srcId="{18BF25DE-176E-4DA3-8C61-5EB06CC8841F}" destId="{47A26327-AA9D-429D-B354-80F4812DC0E5}" srcOrd="1" destOrd="0" presId="urn:microsoft.com/office/officeart/2018/5/layout/IconLeafLabelList"/>
    <dgm:cxn modelId="{FEFF129D-79EB-4D7F-982E-71A8EA2B86BC}" type="presParOf" srcId="{18BF25DE-176E-4DA3-8C61-5EB06CC8841F}" destId="{77D89679-5F54-4579-A873-6A084872716B}" srcOrd="2" destOrd="0" presId="urn:microsoft.com/office/officeart/2018/5/layout/IconLeafLabelList"/>
    <dgm:cxn modelId="{68C4F6E7-DE89-43A0-B065-63B6EB5ACD52}" type="presParOf" srcId="{77D89679-5F54-4579-A873-6A084872716B}" destId="{73208261-67B2-4437-B20F-0A7D46BCCE4D}" srcOrd="0" destOrd="0" presId="urn:microsoft.com/office/officeart/2018/5/layout/IconLeafLabelList"/>
    <dgm:cxn modelId="{984CA691-32A3-4EF0-B58C-234BD33FE4DE}" type="presParOf" srcId="{77D89679-5F54-4579-A873-6A084872716B}" destId="{702B5E65-841A-477D-A7C9-A780B2486A28}" srcOrd="1" destOrd="0" presId="urn:microsoft.com/office/officeart/2018/5/layout/IconLeafLabelList"/>
    <dgm:cxn modelId="{10E78BE5-ACA1-47CF-B1EF-4824B15A0B0B}" type="presParOf" srcId="{77D89679-5F54-4579-A873-6A084872716B}" destId="{841A5355-3C47-4F78-A02C-1D82D2F65CCE}" srcOrd="2" destOrd="0" presId="urn:microsoft.com/office/officeart/2018/5/layout/IconLeafLabelList"/>
    <dgm:cxn modelId="{FFB3CCA8-84F3-4AC5-8ED7-ED5D18530FBF}" type="presParOf" srcId="{77D89679-5F54-4579-A873-6A084872716B}" destId="{C8BF8D68-6A80-4CB4-A329-86C4B8C87CD0}" srcOrd="3" destOrd="0" presId="urn:microsoft.com/office/officeart/2018/5/layout/IconLeafLabelList"/>
    <dgm:cxn modelId="{EBAC50D7-9910-4AC2-96BC-3C193B3C7402}" type="presParOf" srcId="{18BF25DE-176E-4DA3-8C61-5EB06CC8841F}" destId="{30687552-B621-43F2-BBEE-0A7C994C4DED}" srcOrd="3" destOrd="0" presId="urn:microsoft.com/office/officeart/2018/5/layout/IconLeafLabelList"/>
    <dgm:cxn modelId="{DA0DB73B-2842-4D27-ABA1-037C036CDD7D}" type="presParOf" srcId="{18BF25DE-176E-4DA3-8C61-5EB06CC8841F}" destId="{5A718EA4-374C-4042-8A36-0B3C1FFF2EC2}" srcOrd="4" destOrd="0" presId="urn:microsoft.com/office/officeart/2018/5/layout/IconLeafLabelList"/>
    <dgm:cxn modelId="{B313BC4F-9AF2-4E00-AD17-83798AC7CF4F}" type="presParOf" srcId="{5A718EA4-374C-4042-8A36-0B3C1FFF2EC2}" destId="{3CCB47FD-2970-497D-BE76-F735A4B22286}" srcOrd="0" destOrd="0" presId="urn:microsoft.com/office/officeart/2018/5/layout/IconLeafLabelList"/>
    <dgm:cxn modelId="{A8A18C63-00FA-49B6-B41D-BCF5AB454857}" type="presParOf" srcId="{5A718EA4-374C-4042-8A36-0B3C1FFF2EC2}" destId="{040F1BBC-6CB0-42B8-8FF2-BCEF6B8E4669}" srcOrd="1" destOrd="0" presId="urn:microsoft.com/office/officeart/2018/5/layout/IconLeafLabelList"/>
    <dgm:cxn modelId="{34479DDC-02A2-4E2E-9D8B-7806330BB85E}" type="presParOf" srcId="{5A718EA4-374C-4042-8A36-0B3C1FFF2EC2}" destId="{5BE4654F-13F7-4F31-8BFC-98D22309ED53}" srcOrd="2" destOrd="0" presId="urn:microsoft.com/office/officeart/2018/5/layout/IconLeafLabelList"/>
    <dgm:cxn modelId="{8CBA7FB7-A2AA-431D-8E48-66296DEE7593}" type="presParOf" srcId="{5A718EA4-374C-4042-8A36-0B3C1FFF2EC2}" destId="{5A2667A6-9FA1-42C9-BD71-50114EDC4D20}" srcOrd="3" destOrd="0" presId="urn:microsoft.com/office/officeart/2018/5/layout/IconLeafLabelList"/>
    <dgm:cxn modelId="{D159A1B3-31CC-4E7E-9E49-0FE64875DF88}" type="presParOf" srcId="{18BF25DE-176E-4DA3-8C61-5EB06CC8841F}" destId="{8342B41A-EE5D-41DC-A1EF-7ED6A7BEDBC3}" srcOrd="5" destOrd="0" presId="urn:microsoft.com/office/officeart/2018/5/layout/IconLeafLabelList"/>
    <dgm:cxn modelId="{22FEE504-E9B8-4985-8F40-8D3F239637A8}" type="presParOf" srcId="{18BF25DE-176E-4DA3-8C61-5EB06CC8841F}" destId="{D474306A-4858-40CB-81C3-E3704BBAE5FF}" srcOrd="6" destOrd="0" presId="urn:microsoft.com/office/officeart/2018/5/layout/IconLeafLabelList"/>
    <dgm:cxn modelId="{8DE55A11-6D76-4D15-BAAE-CE116EF3679E}" type="presParOf" srcId="{D474306A-4858-40CB-81C3-E3704BBAE5FF}" destId="{E5BF3DBF-55CC-4A22-86E7-3A0AE2928B6D}" srcOrd="0" destOrd="0" presId="urn:microsoft.com/office/officeart/2018/5/layout/IconLeafLabelList"/>
    <dgm:cxn modelId="{4B348C56-F7E9-414E-AD8F-CFDC66424F88}" type="presParOf" srcId="{D474306A-4858-40CB-81C3-E3704BBAE5FF}" destId="{78BC40F6-DF6F-4E36-A925-87B78702CA9C}" srcOrd="1" destOrd="0" presId="urn:microsoft.com/office/officeart/2018/5/layout/IconLeafLabelList"/>
    <dgm:cxn modelId="{9106623E-D3D9-4527-8B91-F267FA01007C}" type="presParOf" srcId="{D474306A-4858-40CB-81C3-E3704BBAE5FF}" destId="{533E654C-1C81-41CA-88BF-AC50BF850B5E}" srcOrd="2" destOrd="0" presId="urn:microsoft.com/office/officeart/2018/5/layout/IconLeafLabelList"/>
    <dgm:cxn modelId="{FE09EB1C-9F4B-4761-ADA9-5E34A6394EC0}" type="presParOf" srcId="{D474306A-4858-40CB-81C3-E3704BBAE5FF}" destId="{0817290E-95BC-4469-8B75-BEB9C23895BD}" srcOrd="3" destOrd="0" presId="urn:microsoft.com/office/officeart/2018/5/layout/IconLeafLabelList"/>
    <dgm:cxn modelId="{3A3F9DAE-4F4D-4FA5-A568-5651A0DC058B}" type="presParOf" srcId="{18BF25DE-176E-4DA3-8C61-5EB06CC8841F}" destId="{2BDF32E5-1575-49C4-93CB-4E14F737205F}" srcOrd="7" destOrd="0" presId="urn:microsoft.com/office/officeart/2018/5/layout/IconLeafLabelList"/>
    <dgm:cxn modelId="{57E18447-C818-45B4-99AF-186A31CFC3D1}" type="presParOf" srcId="{18BF25DE-176E-4DA3-8C61-5EB06CC8841F}" destId="{590D764A-8A84-40B1-834A-6A07F85E1C10}" srcOrd="8" destOrd="0" presId="urn:microsoft.com/office/officeart/2018/5/layout/IconLeafLabelList"/>
    <dgm:cxn modelId="{B4B31BD7-CE47-4D0B-8E09-596BB568F755}" type="presParOf" srcId="{590D764A-8A84-40B1-834A-6A07F85E1C10}" destId="{666EDEB7-83D8-457F-AA75-1D8283389F37}" srcOrd="0" destOrd="0" presId="urn:microsoft.com/office/officeart/2018/5/layout/IconLeafLabelList"/>
    <dgm:cxn modelId="{59229692-8AB7-42DD-91C6-01BB8921AB7E}" type="presParOf" srcId="{590D764A-8A84-40B1-834A-6A07F85E1C10}" destId="{B0055A91-E040-4636-813D-013BD31486A4}" srcOrd="1" destOrd="0" presId="urn:microsoft.com/office/officeart/2018/5/layout/IconLeafLabelList"/>
    <dgm:cxn modelId="{EC2A2003-FA60-4E47-986D-BFE9A8385BC7}" type="presParOf" srcId="{590D764A-8A84-40B1-834A-6A07F85E1C10}" destId="{E9B6E7F1-83FA-45F6-B1C1-8D41A0EFBEC2}" srcOrd="2" destOrd="0" presId="urn:microsoft.com/office/officeart/2018/5/layout/IconLeafLabelList"/>
    <dgm:cxn modelId="{A998CF23-F025-455A-A626-1FFDCA6B4AFA}" type="presParOf" srcId="{590D764A-8A84-40B1-834A-6A07F85E1C10}" destId="{3EAA9160-C70C-4D53-9DD6-04354396CEF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3322FA-9487-443F-B921-3DB30CB491B8}" type="doc">
      <dgm:prSet loTypeId="urn:microsoft.com/office/officeart/2005/8/layout/venn3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28F82FEE-A6C7-4BE5-ACCB-41A92779306D}">
      <dgm:prSet phldrT="[텍스트]" custT="1"/>
      <dgm:spPr/>
      <dgm:t>
        <a:bodyPr/>
        <a:lstStyle/>
        <a:p>
          <a:pPr latinLnBrk="1"/>
          <a:r>
            <a:rPr lang="en-US" altLang="ko-KR" sz="4800" dirty="0"/>
            <a:t>Delta</a:t>
          </a:r>
        </a:p>
        <a:p>
          <a:pPr latinLnBrk="1"/>
          <a:r>
            <a:rPr lang="en-US" altLang="ko-KR" sz="2400" dirty="0"/>
            <a:t>0.5Hz~4Hz</a:t>
          </a:r>
          <a:endParaRPr lang="ko-KR" altLang="en-US" sz="3300" dirty="0"/>
        </a:p>
      </dgm:t>
    </dgm:pt>
    <dgm:pt modelId="{2A83C47F-1A0A-4A3E-AC5F-3BB96BD82245}" type="parTrans" cxnId="{1376B26A-9598-4673-9BDC-E479F1FBCCB8}">
      <dgm:prSet/>
      <dgm:spPr/>
      <dgm:t>
        <a:bodyPr/>
        <a:lstStyle/>
        <a:p>
          <a:pPr latinLnBrk="1"/>
          <a:endParaRPr lang="ko-KR" altLang="en-US"/>
        </a:p>
      </dgm:t>
    </dgm:pt>
    <dgm:pt modelId="{D6C43304-FF20-4573-8A7F-AE3F6ED981FD}" type="sibTrans" cxnId="{1376B26A-9598-4673-9BDC-E479F1FBCCB8}">
      <dgm:prSet/>
      <dgm:spPr/>
      <dgm:t>
        <a:bodyPr/>
        <a:lstStyle/>
        <a:p>
          <a:pPr latinLnBrk="1"/>
          <a:endParaRPr lang="ko-KR" altLang="en-US"/>
        </a:p>
      </dgm:t>
    </dgm:pt>
    <dgm:pt modelId="{7D741790-5ED6-4DFC-AD8E-2BF0E9F6B2E4}">
      <dgm:prSet phldrT="[텍스트]" custT="1"/>
      <dgm:spPr/>
      <dgm:t>
        <a:bodyPr/>
        <a:lstStyle/>
        <a:p>
          <a:pPr latinLnBrk="1"/>
          <a:r>
            <a:rPr lang="en-US" altLang="ko-KR" sz="4800" dirty="0"/>
            <a:t>Theta</a:t>
          </a:r>
        </a:p>
        <a:p>
          <a:pPr latinLnBrk="1"/>
          <a:r>
            <a:rPr lang="en-US" altLang="ko-KR" sz="2400" dirty="0"/>
            <a:t>4Hz~7Hz</a:t>
          </a:r>
          <a:endParaRPr lang="ko-KR" altLang="en-US" sz="2400" dirty="0"/>
        </a:p>
      </dgm:t>
    </dgm:pt>
    <dgm:pt modelId="{2E54E67D-C757-427F-B14B-08CB0A535AE8}" type="parTrans" cxnId="{28EDCB9C-BB48-466C-8C96-FDED39CDD846}">
      <dgm:prSet/>
      <dgm:spPr/>
      <dgm:t>
        <a:bodyPr/>
        <a:lstStyle/>
        <a:p>
          <a:pPr latinLnBrk="1"/>
          <a:endParaRPr lang="ko-KR" altLang="en-US"/>
        </a:p>
      </dgm:t>
    </dgm:pt>
    <dgm:pt modelId="{FEAE2514-BCF0-49B1-8D8D-338BFA7E708E}" type="sibTrans" cxnId="{28EDCB9C-BB48-466C-8C96-FDED39CDD846}">
      <dgm:prSet/>
      <dgm:spPr/>
      <dgm:t>
        <a:bodyPr/>
        <a:lstStyle/>
        <a:p>
          <a:pPr latinLnBrk="1"/>
          <a:endParaRPr lang="ko-KR" altLang="en-US"/>
        </a:p>
      </dgm:t>
    </dgm:pt>
    <dgm:pt modelId="{0176FD04-574C-447E-95F1-CE0FCC2B853B}">
      <dgm:prSet phldrT="[텍스트]" custT="1"/>
      <dgm:spPr/>
      <dgm:t>
        <a:bodyPr/>
        <a:lstStyle/>
        <a:p>
          <a:pPr latinLnBrk="1"/>
          <a:r>
            <a:rPr lang="en-US" altLang="ko-KR" sz="4800" dirty="0"/>
            <a:t>Alpha</a:t>
          </a:r>
        </a:p>
        <a:p>
          <a:pPr latinLnBrk="1"/>
          <a:r>
            <a:rPr lang="en-US" altLang="ko-KR" sz="2400" dirty="0"/>
            <a:t>8Hz~13Hz</a:t>
          </a:r>
          <a:endParaRPr lang="ko-KR" altLang="en-US" sz="2400" dirty="0"/>
        </a:p>
      </dgm:t>
    </dgm:pt>
    <dgm:pt modelId="{8F9E2AFC-CE4C-42E1-B81F-A581A63CC295}" type="parTrans" cxnId="{C9B7A845-77FC-4704-B7FD-1F243FFBEF17}">
      <dgm:prSet/>
      <dgm:spPr/>
      <dgm:t>
        <a:bodyPr/>
        <a:lstStyle/>
        <a:p>
          <a:pPr latinLnBrk="1"/>
          <a:endParaRPr lang="ko-KR" altLang="en-US"/>
        </a:p>
      </dgm:t>
    </dgm:pt>
    <dgm:pt modelId="{998F7F13-2087-4E44-ADD4-7A8E20D3ACF9}" type="sibTrans" cxnId="{C9B7A845-77FC-4704-B7FD-1F243FFBEF17}">
      <dgm:prSet/>
      <dgm:spPr/>
      <dgm:t>
        <a:bodyPr/>
        <a:lstStyle/>
        <a:p>
          <a:pPr latinLnBrk="1"/>
          <a:endParaRPr lang="ko-KR" altLang="en-US"/>
        </a:p>
      </dgm:t>
    </dgm:pt>
    <dgm:pt modelId="{1A1B497E-008B-4F34-B929-40F5A74A354B}">
      <dgm:prSet phldrT="[텍스트]" custT="1"/>
      <dgm:spPr/>
      <dgm:t>
        <a:bodyPr/>
        <a:lstStyle/>
        <a:p>
          <a:pPr latinLnBrk="1"/>
          <a:r>
            <a:rPr lang="en-US" altLang="ko-KR" sz="4800" dirty="0"/>
            <a:t>Beta</a:t>
          </a:r>
        </a:p>
        <a:p>
          <a:pPr latinLnBrk="1"/>
          <a:r>
            <a:rPr lang="en-US" altLang="ko-KR" sz="2400" dirty="0"/>
            <a:t>14Hz~20Hz</a:t>
          </a:r>
          <a:endParaRPr lang="ko-KR" altLang="en-US" sz="2400" dirty="0"/>
        </a:p>
      </dgm:t>
    </dgm:pt>
    <dgm:pt modelId="{EFB0F1FE-F9A2-44A8-9E10-88E7519C7D09}" type="parTrans" cxnId="{3A5A51BF-6DA8-4F55-915B-7B1237D6D83D}">
      <dgm:prSet/>
      <dgm:spPr/>
      <dgm:t>
        <a:bodyPr/>
        <a:lstStyle/>
        <a:p>
          <a:pPr latinLnBrk="1"/>
          <a:endParaRPr lang="ko-KR" altLang="en-US"/>
        </a:p>
      </dgm:t>
    </dgm:pt>
    <dgm:pt modelId="{F8E5AF41-B199-42A9-9B7F-4E73E41EF0BE}" type="sibTrans" cxnId="{3A5A51BF-6DA8-4F55-915B-7B1237D6D83D}">
      <dgm:prSet/>
      <dgm:spPr/>
      <dgm:t>
        <a:bodyPr/>
        <a:lstStyle/>
        <a:p>
          <a:pPr latinLnBrk="1"/>
          <a:endParaRPr lang="ko-KR" altLang="en-US"/>
        </a:p>
      </dgm:t>
    </dgm:pt>
    <dgm:pt modelId="{92AC6BEC-F502-4366-9ED6-D7298C85B383}" type="pres">
      <dgm:prSet presAssocID="{BE3322FA-9487-443F-B921-3DB30CB491B8}" presName="Name0" presStyleCnt="0">
        <dgm:presLayoutVars>
          <dgm:dir/>
          <dgm:resizeHandles val="exact"/>
        </dgm:presLayoutVars>
      </dgm:prSet>
      <dgm:spPr/>
    </dgm:pt>
    <dgm:pt modelId="{BBA3DF6C-25F6-4C0C-A905-794A768D55F3}" type="pres">
      <dgm:prSet presAssocID="{28F82FEE-A6C7-4BE5-ACCB-41A92779306D}" presName="Name5" presStyleLbl="vennNode1" presStyleIdx="0" presStyleCnt="4">
        <dgm:presLayoutVars>
          <dgm:bulletEnabled val="1"/>
        </dgm:presLayoutVars>
      </dgm:prSet>
      <dgm:spPr/>
    </dgm:pt>
    <dgm:pt modelId="{D11F9B8F-330B-41A1-9827-4E90EDECBED3}" type="pres">
      <dgm:prSet presAssocID="{D6C43304-FF20-4573-8A7F-AE3F6ED981FD}" presName="space" presStyleCnt="0"/>
      <dgm:spPr/>
    </dgm:pt>
    <dgm:pt modelId="{B022A87B-E84D-4DD9-A93E-FAC41BE7F95F}" type="pres">
      <dgm:prSet presAssocID="{7D741790-5ED6-4DFC-AD8E-2BF0E9F6B2E4}" presName="Name5" presStyleLbl="vennNode1" presStyleIdx="1" presStyleCnt="4">
        <dgm:presLayoutVars>
          <dgm:bulletEnabled val="1"/>
        </dgm:presLayoutVars>
      </dgm:prSet>
      <dgm:spPr/>
    </dgm:pt>
    <dgm:pt modelId="{4F8EE9BF-09F0-4A0F-AC4C-290A9ADF36C6}" type="pres">
      <dgm:prSet presAssocID="{FEAE2514-BCF0-49B1-8D8D-338BFA7E708E}" presName="space" presStyleCnt="0"/>
      <dgm:spPr/>
    </dgm:pt>
    <dgm:pt modelId="{CAD3DC04-A76B-4AE5-80D3-01DF124595CC}" type="pres">
      <dgm:prSet presAssocID="{0176FD04-574C-447E-95F1-CE0FCC2B853B}" presName="Name5" presStyleLbl="vennNode1" presStyleIdx="2" presStyleCnt="4">
        <dgm:presLayoutVars>
          <dgm:bulletEnabled val="1"/>
        </dgm:presLayoutVars>
      </dgm:prSet>
      <dgm:spPr/>
    </dgm:pt>
    <dgm:pt modelId="{F5420683-C244-41A3-B2BF-E6F0CD305F0E}" type="pres">
      <dgm:prSet presAssocID="{998F7F13-2087-4E44-ADD4-7A8E20D3ACF9}" presName="space" presStyleCnt="0"/>
      <dgm:spPr/>
    </dgm:pt>
    <dgm:pt modelId="{83954C3A-CC24-447A-8867-E4198B74A48D}" type="pres">
      <dgm:prSet presAssocID="{1A1B497E-008B-4F34-B929-40F5A74A354B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735C7600-ABC6-490A-80C7-57CB89F7FFE0}" type="presOf" srcId="{1A1B497E-008B-4F34-B929-40F5A74A354B}" destId="{83954C3A-CC24-447A-8867-E4198B74A48D}" srcOrd="0" destOrd="0" presId="urn:microsoft.com/office/officeart/2005/8/layout/venn3"/>
    <dgm:cxn modelId="{C9B7A845-77FC-4704-B7FD-1F243FFBEF17}" srcId="{BE3322FA-9487-443F-B921-3DB30CB491B8}" destId="{0176FD04-574C-447E-95F1-CE0FCC2B853B}" srcOrd="2" destOrd="0" parTransId="{8F9E2AFC-CE4C-42E1-B81F-A581A63CC295}" sibTransId="{998F7F13-2087-4E44-ADD4-7A8E20D3ACF9}"/>
    <dgm:cxn modelId="{1376B26A-9598-4673-9BDC-E479F1FBCCB8}" srcId="{BE3322FA-9487-443F-B921-3DB30CB491B8}" destId="{28F82FEE-A6C7-4BE5-ACCB-41A92779306D}" srcOrd="0" destOrd="0" parTransId="{2A83C47F-1A0A-4A3E-AC5F-3BB96BD82245}" sibTransId="{D6C43304-FF20-4573-8A7F-AE3F6ED981FD}"/>
    <dgm:cxn modelId="{28EDCB9C-BB48-466C-8C96-FDED39CDD846}" srcId="{BE3322FA-9487-443F-B921-3DB30CB491B8}" destId="{7D741790-5ED6-4DFC-AD8E-2BF0E9F6B2E4}" srcOrd="1" destOrd="0" parTransId="{2E54E67D-C757-427F-B14B-08CB0A535AE8}" sibTransId="{FEAE2514-BCF0-49B1-8D8D-338BFA7E708E}"/>
    <dgm:cxn modelId="{C3BFEAA2-96B2-4558-A0B3-D6BB0EFF3C9B}" type="presOf" srcId="{28F82FEE-A6C7-4BE5-ACCB-41A92779306D}" destId="{BBA3DF6C-25F6-4C0C-A905-794A768D55F3}" srcOrd="0" destOrd="0" presId="urn:microsoft.com/office/officeart/2005/8/layout/venn3"/>
    <dgm:cxn modelId="{19E335AF-15F5-4FD3-816E-3CD8A5DB5785}" type="presOf" srcId="{7D741790-5ED6-4DFC-AD8E-2BF0E9F6B2E4}" destId="{B022A87B-E84D-4DD9-A93E-FAC41BE7F95F}" srcOrd="0" destOrd="0" presId="urn:microsoft.com/office/officeart/2005/8/layout/venn3"/>
    <dgm:cxn modelId="{3A5A51BF-6DA8-4F55-915B-7B1237D6D83D}" srcId="{BE3322FA-9487-443F-B921-3DB30CB491B8}" destId="{1A1B497E-008B-4F34-B929-40F5A74A354B}" srcOrd="3" destOrd="0" parTransId="{EFB0F1FE-F9A2-44A8-9E10-88E7519C7D09}" sibTransId="{F8E5AF41-B199-42A9-9B7F-4E73E41EF0BE}"/>
    <dgm:cxn modelId="{51C8A6E8-A062-4BA7-90F9-07CA2B265639}" type="presOf" srcId="{0176FD04-574C-447E-95F1-CE0FCC2B853B}" destId="{CAD3DC04-A76B-4AE5-80D3-01DF124595CC}" srcOrd="0" destOrd="0" presId="urn:microsoft.com/office/officeart/2005/8/layout/venn3"/>
    <dgm:cxn modelId="{75CD22F1-BF0D-4CBD-8787-D3F67C409333}" type="presOf" srcId="{BE3322FA-9487-443F-B921-3DB30CB491B8}" destId="{92AC6BEC-F502-4366-9ED6-D7298C85B383}" srcOrd="0" destOrd="0" presId="urn:microsoft.com/office/officeart/2005/8/layout/venn3"/>
    <dgm:cxn modelId="{BD0E3C23-2414-4B27-859C-A56911A1037F}" type="presParOf" srcId="{92AC6BEC-F502-4366-9ED6-D7298C85B383}" destId="{BBA3DF6C-25F6-4C0C-A905-794A768D55F3}" srcOrd="0" destOrd="0" presId="urn:microsoft.com/office/officeart/2005/8/layout/venn3"/>
    <dgm:cxn modelId="{6753163B-3AEC-4FA5-B409-902287D1E49B}" type="presParOf" srcId="{92AC6BEC-F502-4366-9ED6-D7298C85B383}" destId="{D11F9B8F-330B-41A1-9827-4E90EDECBED3}" srcOrd="1" destOrd="0" presId="urn:microsoft.com/office/officeart/2005/8/layout/venn3"/>
    <dgm:cxn modelId="{FF9D7848-269E-4F3C-8BB4-320915685A40}" type="presParOf" srcId="{92AC6BEC-F502-4366-9ED6-D7298C85B383}" destId="{B022A87B-E84D-4DD9-A93E-FAC41BE7F95F}" srcOrd="2" destOrd="0" presId="urn:microsoft.com/office/officeart/2005/8/layout/venn3"/>
    <dgm:cxn modelId="{9E1B6696-92AE-46FF-9AA8-EC4BDCAFEC95}" type="presParOf" srcId="{92AC6BEC-F502-4366-9ED6-D7298C85B383}" destId="{4F8EE9BF-09F0-4A0F-AC4C-290A9ADF36C6}" srcOrd="3" destOrd="0" presId="urn:microsoft.com/office/officeart/2005/8/layout/venn3"/>
    <dgm:cxn modelId="{CF495961-11E9-4529-A8C0-C80EDE72E1CB}" type="presParOf" srcId="{92AC6BEC-F502-4366-9ED6-D7298C85B383}" destId="{CAD3DC04-A76B-4AE5-80D3-01DF124595CC}" srcOrd="4" destOrd="0" presId="urn:microsoft.com/office/officeart/2005/8/layout/venn3"/>
    <dgm:cxn modelId="{39C0583E-C4AB-4A2C-8FFA-184AEDF6E307}" type="presParOf" srcId="{92AC6BEC-F502-4366-9ED6-D7298C85B383}" destId="{F5420683-C244-41A3-B2BF-E6F0CD305F0E}" srcOrd="5" destOrd="0" presId="urn:microsoft.com/office/officeart/2005/8/layout/venn3"/>
    <dgm:cxn modelId="{CD1F64E8-A5E1-40DE-A5CA-BC05D762C96F}" type="presParOf" srcId="{92AC6BEC-F502-4366-9ED6-D7298C85B383}" destId="{83954C3A-CC24-447A-8867-E4198B74A48D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6729E9-7510-496D-8139-64D7A6A0B0E8}" type="doc">
      <dgm:prSet loTypeId="urn:microsoft.com/office/officeart/2005/8/layout/radial4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1DC71E7C-E277-40E3-96C6-58DE584354DC}">
      <dgm:prSet phldrT="[텍스트]"/>
      <dgm:spPr/>
      <dgm:t>
        <a:bodyPr/>
        <a:lstStyle/>
        <a:p>
          <a:pPr latinLnBrk="1"/>
          <a:r>
            <a:rPr lang="en-US" altLang="ko-KR" dirty="0"/>
            <a:t>Seizure</a:t>
          </a:r>
          <a:endParaRPr lang="ko-KR" altLang="en-US" dirty="0"/>
        </a:p>
      </dgm:t>
    </dgm:pt>
    <dgm:pt modelId="{A85AE45B-BA7E-4789-9218-4D7C156FE1A1}" type="parTrans" cxnId="{43496C8C-E22F-4D4D-BD5D-C0F9D1034537}">
      <dgm:prSet/>
      <dgm:spPr/>
      <dgm:t>
        <a:bodyPr/>
        <a:lstStyle/>
        <a:p>
          <a:pPr latinLnBrk="1"/>
          <a:endParaRPr lang="ko-KR" altLang="en-US"/>
        </a:p>
      </dgm:t>
    </dgm:pt>
    <dgm:pt modelId="{BC9945F6-EF65-4CCF-B633-8BE1CCB64BCD}" type="sibTrans" cxnId="{43496C8C-E22F-4D4D-BD5D-C0F9D1034537}">
      <dgm:prSet/>
      <dgm:spPr/>
      <dgm:t>
        <a:bodyPr/>
        <a:lstStyle/>
        <a:p>
          <a:pPr latinLnBrk="1"/>
          <a:endParaRPr lang="ko-KR" altLang="en-US"/>
        </a:p>
      </dgm:t>
    </dgm:pt>
    <dgm:pt modelId="{4D4D31BF-26D2-42DC-B3E8-6FAC24B7CD5D}">
      <dgm:prSet phldrT="[텍스트]"/>
      <dgm:spPr/>
      <dgm:t>
        <a:bodyPr/>
        <a:lstStyle/>
        <a:p>
          <a:pPr latinLnBrk="1"/>
          <a:r>
            <a:rPr lang="en-US" altLang="ko-KR" dirty="0"/>
            <a:t>LPD</a:t>
          </a:r>
          <a:endParaRPr lang="ko-KR" altLang="en-US" dirty="0"/>
        </a:p>
      </dgm:t>
    </dgm:pt>
    <dgm:pt modelId="{0BF0DDCA-4EF8-469E-946D-0691414DF012}" type="parTrans" cxnId="{BE8F1394-31E4-437C-9ECF-19FCACAE6399}">
      <dgm:prSet/>
      <dgm:spPr/>
      <dgm:t>
        <a:bodyPr/>
        <a:lstStyle/>
        <a:p>
          <a:pPr latinLnBrk="1"/>
          <a:endParaRPr lang="ko-KR" altLang="en-US"/>
        </a:p>
      </dgm:t>
    </dgm:pt>
    <dgm:pt modelId="{B1DBDE9A-1D83-4575-9AE6-A3DD3BBC7BAF}" type="sibTrans" cxnId="{BE8F1394-31E4-437C-9ECF-19FCACAE6399}">
      <dgm:prSet/>
      <dgm:spPr/>
      <dgm:t>
        <a:bodyPr/>
        <a:lstStyle/>
        <a:p>
          <a:pPr latinLnBrk="1"/>
          <a:endParaRPr lang="ko-KR" altLang="en-US"/>
        </a:p>
      </dgm:t>
    </dgm:pt>
    <dgm:pt modelId="{D1C53E45-E5AA-4212-9C11-8634DA8F9D6D}">
      <dgm:prSet phldrT="[텍스트]"/>
      <dgm:spPr/>
      <dgm:t>
        <a:bodyPr/>
        <a:lstStyle/>
        <a:p>
          <a:pPr latinLnBrk="1">
            <a:buFont typeface="Arial" panose="020B0604020202020204" pitchFamily="34" charset="0"/>
            <a:buChar char="•"/>
          </a:pPr>
          <a:r>
            <a:rPr lang="en-US" altLang="ko-KR" dirty="0"/>
            <a:t>GPD</a:t>
          </a:r>
          <a:endParaRPr lang="ko-KR" altLang="en-US" dirty="0"/>
        </a:p>
      </dgm:t>
    </dgm:pt>
    <dgm:pt modelId="{8D32A712-E950-4D36-9D0D-E230D2360FC2}" type="parTrans" cxnId="{228EB508-62F4-495E-9EFD-2FE630E679FE}">
      <dgm:prSet/>
      <dgm:spPr/>
      <dgm:t>
        <a:bodyPr/>
        <a:lstStyle/>
        <a:p>
          <a:pPr latinLnBrk="1"/>
          <a:endParaRPr lang="ko-KR" altLang="en-US"/>
        </a:p>
      </dgm:t>
    </dgm:pt>
    <dgm:pt modelId="{D99FCCFF-C918-4A06-80F4-F59F3DCD5DBA}" type="sibTrans" cxnId="{228EB508-62F4-495E-9EFD-2FE630E679FE}">
      <dgm:prSet/>
      <dgm:spPr/>
      <dgm:t>
        <a:bodyPr/>
        <a:lstStyle/>
        <a:p>
          <a:pPr latinLnBrk="1"/>
          <a:endParaRPr lang="ko-KR" altLang="en-US"/>
        </a:p>
      </dgm:t>
    </dgm:pt>
    <dgm:pt modelId="{D74E0AE2-DC21-44CD-BEC6-28A04DCC217D}">
      <dgm:prSet phldrT="[텍스트]"/>
      <dgm:spPr/>
      <dgm:t>
        <a:bodyPr/>
        <a:lstStyle/>
        <a:p>
          <a:pPr latinLnBrk="1"/>
          <a:r>
            <a:rPr lang="en-US" altLang="ko-KR" dirty="0"/>
            <a:t>LRDA</a:t>
          </a:r>
          <a:endParaRPr lang="ko-KR" altLang="en-US" dirty="0"/>
        </a:p>
      </dgm:t>
    </dgm:pt>
    <dgm:pt modelId="{B9D21965-523C-4DED-915E-52006FDF0B09}" type="parTrans" cxnId="{1CAB41F1-2452-4AFE-81B8-573383C54EE1}">
      <dgm:prSet/>
      <dgm:spPr/>
      <dgm:t>
        <a:bodyPr/>
        <a:lstStyle/>
        <a:p>
          <a:pPr latinLnBrk="1"/>
          <a:endParaRPr lang="ko-KR" altLang="en-US"/>
        </a:p>
      </dgm:t>
    </dgm:pt>
    <dgm:pt modelId="{DD144DC8-A97A-4E83-8FE8-8180CC541FEA}" type="sibTrans" cxnId="{1CAB41F1-2452-4AFE-81B8-573383C54EE1}">
      <dgm:prSet/>
      <dgm:spPr/>
      <dgm:t>
        <a:bodyPr/>
        <a:lstStyle/>
        <a:p>
          <a:pPr latinLnBrk="1"/>
          <a:endParaRPr lang="ko-KR" altLang="en-US"/>
        </a:p>
      </dgm:t>
    </dgm:pt>
    <dgm:pt modelId="{64883C1F-634A-4597-928F-4E5C142458EF}">
      <dgm:prSet phldrT="[텍스트]"/>
      <dgm:spPr/>
      <dgm:t>
        <a:bodyPr/>
        <a:lstStyle/>
        <a:p>
          <a:pPr latinLnBrk="1"/>
          <a:r>
            <a:rPr lang="en-US" altLang="ko-KR" dirty="0"/>
            <a:t>GRDA</a:t>
          </a:r>
          <a:endParaRPr lang="ko-KR" altLang="en-US" dirty="0"/>
        </a:p>
      </dgm:t>
    </dgm:pt>
    <dgm:pt modelId="{958A0697-089A-4144-8F24-228187057605}" type="parTrans" cxnId="{A65FCA3E-2AB6-4DFE-87F1-EF3028C56FD5}">
      <dgm:prSet/>
      <dgm:spPr/>
      <dgm:t>
        <a:bodyPr/>
        <a:lstStyle/>
        <a:p>
          <a:pPr latinLnBrk="1"/>
          <a:endParaRPr lang="ko-KR" altLang="en-US"/>
        </a:p>
      </dgm:t>
    </dgm:pt>
    <dgm:pt modelId="{032CD70E-73E9-4E74-BC46-560EF5A8778D}" type="sibTrans" cxnId="{A65FCA3E-2AB6-4DFE-87F1-EF3028C56FD5}">
      <dgm:prSet/>
      <dgm:spPr/>
      <dgm:t>
        <a:bodyPr/>
        <a:lstStyle/>
        <a:p>
          <a:pPr latinLnBrk="1"/>
          <a:endParaRPr lang="ko-KR" altLang="en-US"/>
        </a:p>
      </dgm:t>
    </dgm:pt>
    <dgm:pt modelId="{434D0702-317F-4D67-894C-145451D0FB99}">
      <dgm:prSet phldrT="[텍스트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en-US" altLang="ko-KR" dirty="0"/>
            <a:t>Others</a:t>
          </a:r>
          <a:endParaRPr lang="ko-KR" altLang="en-US" dirty="0"/>
        </a:p>
      </dgm:t>
    </dgm:pt>
    <dgm:pt modelId="{E99E1AEC-0536-4CF8-8F6E-EF8BBC402BF6}" type="parTrans" cxnId="{DAC69BB0-4650-41F5-8D61-0A4C6E5BA3F0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endParaRPr lang="ko-KR" altLang="en-US"/>
        </a:p>
      </dgm:t>
    </dgm:pt>
    <dgm:pt modelId="{F71311B7-5E18-4105-8CC2-7AD628401E60}" type="sibTrans" cxnId="{DAC69BB0-4650-41F5-8D61-0A4C6E5BA3F0}">
      <dgm:prSet/>
      <dgm:spPr/>
      <dgm:t>
        <a:bodyPr/>
        <a:lstStyle/>
        <a:p>
          <a:pPr latinLnBrk="1"/>
          <a:endParaRPr lang="ko-KR" altLang="en-US"/>
        </a:p>
      </dgm:t>
    </dgm:pt>
    <dgm:pt modelId="{4FC3720B-4A0F-4D93-AF8E-655818D45879}">
      <dgm:prSet phldrT="[텍스트]"/>
      <dgm:spPr/>
      <dgm:t>
        <a:bodyPr/>
        <a:lstStyle/>
        <a:p>
          <a:pPr latinLnBrk="1"/>
          <a:r>
            <a:rPr lang="en-US" altLang="ko-KR" dirty="0"/>
            <a:t>Harmful Brain Activity</a:t>
          </a:r>
          <a:endParaRPr lang="ko-KR" altLang="en-US" dirty="0"/>
        </a:p>
      </dgm:t>
    </dgm:pt>
    <dgm:pt modelId="{859C4CD2-5ABA-43C8-A15F-727C081CB26B}" type="parTrans" cxnId="{B006106A-4BB7-4064-91BD-A3598890F512}">
      <dgm:prSet/>
      <dgm:spPr/>
      <dgm:t>
        <a:bodyPr/>
        <a:lstStyle/>
        <a:p>
          <a:pPr latinLnBrk="1"/>
          <a:endParaRPr lang="ko-KR" altLang="en-US"/>
        </a:p>
      </dgm:t>
    </dgm:pt>
    <dgm:pt modelId="{EDE50C99-A825-46F2-B055-8386BAFF8B85}" type="sibTrans" cxnId="{B006106A-4BB7-4064-91BD-A3598890F512}">
      <dgm:prSet/>
      <dgm:spPr/>
      <dgm:t>
        <a:bodyPr/>
        <a:lstStyle/>
        <a:p>
          <a:pPr latinLnBrk="1"/>
          <a:endParaRPr lang="ko-KR" altLang="en-US"/>
        </a:p>
      </dgm:t>
    </dgm:pt>
    <dgm:pt modelId="{13EECEAD-961E-47BB-A530-66DB046C2056}" type="pres">
      <dgm:prSet presAssocID="{176729E9-7510-496D-8139-64D7A6A0B0E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5C9859B-55BC-4D99-B34C-349256CF99C6}" type="pres">
      <dgm:prSet presAssocID="{4FC3720B-4A0F-4D93-AF8E-655818D45879}" presName="centerShape" presStyleLbl="node0" presStyleIdx="0" presStyleCnt="1"/>
      <dgm:spPr/>
    </dgm:pt>
    <dgm:pt modelId="{41257A80-6808-4FE1-B97E-F335BAA2F44E}" type="pres">
      <dgm:prSet presAssocID="{A85AE45B-BA7E-4789-9218-4D7C156FE1A1}" presName="parTrans" presStyleLbl="bgSibTrans2D1" presStyleIdx="0" presStyleCnt="6"/>
      <dgm:spPr/>
    </dgm:pt>
    <dgm:pt modelId="{8A7225C2-F5DC-4079-B319-62824FA84DBF}" type="pres">
      <dgm:prSet presAssocID="{1DC71E7C-E277-40E3-96C6-58DE584354DC}" presName="node" presStyleLbl="node1" presStyleIdx="0" presStyleCnt="6">
        <dgm:presLayoutVars>
          <dgm:bulletEnabled val="1"/>
        </dgm:presLayoutVars>
      </dgm:prSet>
      <dgm:spPr/>
    </dgm:pt>
    <dgm:pt modelId="{DA45EBCA-4B10-4E00-B239-309FCB90F260}" type="pres">
      <dgm:prSet presAssocID="{0BF0DDCA-4EF8-469E-946D-0691414DF012}" presName="parTrans" presStyleLbl="bgSibTrans2D1" presStyleIdx="1" presStyleCnt="6"/>
      <dgm:spPr/>
    </dgm:pt>
    <dgm:pt modelId="{CA07444F-9300-4099-8E22-08455D65660D}" type="pres">
      <dgm:prSet presAssocID="{4D4D31BF-26D2-42DC-B3E8-6FAC24B7CD5D}" presName="node" presStyleLbl="node1" presStyleIdx="1" presStyleCnt="6">
        <dgm:presLayoutVars>
          <dgm:bulletEnabled val="1"/>
        </dgm:presLayoutVars>
      </dgm:prSet>
      <dgm:spPr/>
    </dgm:pt>
    <dgm:pt modelId="{C85F2D85-A3C8-43B7-8CAD-5522D9888DA8}" type="pres">
      <dgm:prSet presAssocID="{8D32A712-E950-4D36-9D0D-E230D2360FC2}" presName="parTrans" presStyleLbl="bgSibTrans2D1" presStyleIdx="2" presStyleCnt="6"/>
      <dgm:spPr/>
    </dgm:pt>
    <dgm:pt modelId="{7188251D-45B1-4469-A134-0D7BA7AFB073}" type="pres">
      <dgm:prSet presAssocID="{D1C53E45-E5AA-4212-9C11-8634DA8F9D6D}" presName="node" presStyleLbl="node1" presStyleIdx="2" presStyleCnt="6">
        <dgm:presLayoutVars>
          <dgm:bulletEnabled val="1"/>
        </dgm:presLayoutVars>
      </dgm:prSet>
      <dgm:spPr/>
    </dgm:pt>
    <dgm:pt modelId="{33B63B72-1EB6-4C6E-903E-B58BB9DBA421}" type="pres">
      <dgm:prSet presAssocID="{B9D21965-523C-4DED-915E-52006FDF0B09}" presName="parTrans" presStyleLbl="bgSibTrans2D1" presStyleIdx="3" presStyleCnt="6"/>
      <dgm:spPr/>
    </dgm:pt>
    <dgm:pt modelId="{7226EDFE-C1C8-4935-BB4B-4F90C454BB60}" type="pres">
      <dgm:prSet presAssocID="{D74E0AE2-DC21-44CD-BEC6-28A04DCC217D}" presName="node" presStyleLbl="node1" presStyleIdx="3" presStyleCnt="6">
        <dgm:presLayoutVars>
          <dgm:bulletEnabled val="1"/>
        </dgm:presLayoutVars>
      </dgm:prSet>
      <dgm:spPr/>
    </dgm:pt>
    <dgm:pt modelId="{F58E4C67-49A3-4CFF-87F3-D7BAAFF231DA}" type="pres">
      <dgm:prSet presAssocID="{958A0697-089A-4144-8F24-228187057605}" presName="parTrans" presStyleLbl="bgSibTrans2D1" presStyleIdx="4" presStyleCnt="6"/>
      <dgm:spPr/>
    </dgm:pt>
    <dgm:pt modelId="{86D832F7-F9AD-45E4-9398-544176179E85}" type="pres">
      <dgm:prSet presAssocID="{64883C1F-634A-4597-928F-4E5C142458EF}" presName="node" presStyleLbl="node1" presStyleIdx="4" presStyleCnt="6">
        <dgm:presLayoutVars>
          <dgm:bulletEnabled val="1"/>
        </dgm:presLayoutVars>
      </dgm:prSet>
      <dgm:spPr/>
    </dgm:pt>
    <dgm:pt modelId="{F90F5895-B06C-4042-B1C8-B38AD65931FC}" type="pres">
      <dgm:prSet presAssocID="{E99E1AEC-0536-4CF8-8F6E-EF8BBC402BF6}" presName="parTrans" presStyleLbl="bgSibTrans2D1" presStyleIdx="5" presStyleCnt="6"/>
      <dgm:spPr/>
    </dgm:pt>
    <dgm:pt modelId="{89EBC6C4-93EB-4B4F-90BE-4FA77ED5C746}" type="pres">
      <dgm:prSet presAssocID="{434D0702-317F-4D67-894C-145451D0FB99}" presName="node" presStyleLbl="node1" presStyleIdx="5" presStyleCnt="6">
        <dgm:presLayoutVars>
          <dgm:bulletEnabled val="1"/>
        </dgm:presLayoutVars>
      </dgm:prSet>
      <dgm:spPr/>
    </dgm:pt>
  </dgm:ptLst>
  <dgm:cxnLst>
    <dgm:cxn modelId="{228EB508-62F4-495E-9EFD-2FE630E679FE}" srcId="{4FC3720B-4A0F-4D93-AF8E-655818D45879}" destId="{D1C53E45-E5AA-4212-9C11-8634DA8F9D6D}" srcOrd="2" destOrd="0" parTransId="{8D32A712-E950-4D36-9D0D-E230D2360FC2}" sibTransId="{D99FCCFF-C918-4A06-80F4-F59F3DCD5DBA}"/>
    <dgm:cxn modelId="{3E4FA511-7E54-45ED-843A-299AC6E314FF}" type="presOf" srcId="{176729E9-7510-496D-8139-64D7A6A0B0E8}" destId="{13EECEAD-961E-47BB-A530-66DB046C2056}" srcOrd="0" destOrd="0" presId="urn:microsoft.com/office/officeart/2005/8/layout/radial4"/>
    <dgm:cxn modelId="{B22A271A-1528-4124-A15A-5001C1355404}" type="presOf" srcId="{A85AE45B-BA7E-4789-9218-4D7C156FE1A1}" destId="{41257A80-6808-4FE1-B97E-F335BAA2F44E}" srcOrd="0" destOrd="0" presId="urn:microsoft.com/office/officeart/2005/8/layout/radial4"/>
    <dgm:cxn modelId="{109AB432-1212-44A4-99B0-D6583B5584C5}" type="presOf" srcId="{D1C53E45-E5AA-4212-9C11-8634DA8F9D6D}" destId="{7188251D-45B1-4469-A134-0D7BA7AFB073}" srcOrd="0" destOrd="0" presId="urn:microsoft.com/office/officeart/2005/8/layout/radial4"/>
    <dgm:cxn modelId="{A65FCA3E-2AB6-4DFE-87F1-EF3028C56FD5}" srcId="{4FC3720B-4A0F-4D93-AF8E-655818D45879}" destId="{64883C1F-634A-4597-928F-4E5C142458EF}" srcOrd="4" destOrd="0" parTransId="{958A0697-089A-4144-8F24-228187057605}" sibTransId="{032CD70E-73E9-4E74-BC46-560EF5A8778D}"/>
    <dgm:cxn modelId="{3152E163-AE1B-421C-AEAF-23F2FC61D73D}" type="presOf" srcId="{1DC71E7C-E277-40E3-96C6-58DE584354DC}" destId="{8A7225C2-F5DC-4079-B319-62824FA84DBF}" srcOrd="0" destOrd="0" presId="urn:microsoft.com/office/officeart/2005/8/layout/radial4"/>
    <dgm:cxn modelId="{6D27F745-FA8D-42E3-A6F7-14B89EB409A8}" type="presOf" srcId="{8D32A712-E950-4D36-9D0D-E230D2360FC2}" destId="{C85F2D85-A3C8-43B7-8CAD-5522D9888DA8}" srcOrd="0" destOrd="0" presId="urn:microsoft.com/office/officeart/2005/8/layout/radial4"/>
    <dgm:cxn modelId="{B006106A-4BB7-4064-91BD-A3598890F512}" srcId="{176729E9-7510-496D-8139-64D7A6A0B0E8}" destId="{4FC3720B-4A0F-4D93-AF8E-655818D45879}" srcOrd="0" destOrd="0" parTransId="{859C4CD2-5ABA-43C8-A15F-727C081CB26B}" sibTransId="{EDE50C99-A825-46F2-B055-8386BAFF8B85}"/>
    <dgm:cxn modelId="{0140526E-CB06-46FC-ADB7-CFCB58BCD5E5}" type="presOf" srcId="{0BF0DDCA-4EF8-469E-946D-0691414DF012}" destId="{DA45EBCA-4B10-4E00-B239-309FCB90F260}" srcOrd="0" destOrd="0" presId="urn:microsoft.com/office/officeart/2005/8/layout/radial4"/>
    <dgm:cxn modelId="{D9693B50-7AFA-4DB5-A4D2-01A250333718}" type="presOf" srcId="{B9D21965-523C-4DED-915E-52006FDF0B09}" destId="{33B63B72-1EB6-4C6E-903E-B58BB9DBA421}" srcOrd="0" destOrd="0" presId="urn:microsoft.com/office/officeart/2005/8/layout/radial4"/>
    <dgm:cxn modelId="{B689F757-CA31-4C3F-A544-A9078F357FE1}" type="presOf" srcId="{E99E1AEC-0536-4CF8-8F6E-EF8BBC402BF6}" destId="{F90F5895-B06C-4042-B1C8-B38AD65931FC}" srcOrd="0" destOrd="0" presId="urn:microsoft.com/office/officeart/2005/8/layout/radial4"/>
    <dgm:cxn modelId="{43496C8C-E22F-4D4D-BD5D-C0F9D1034537}" srcId="{4FC3720B-4A0F-4D93-AF8E-655818D45879}" destId="{1DC71E7C-E277-40E3-96C6-58DE584354DC}" srcOrd="0" destOrd="0" parTransId="{A85AE45B-BA7E-4789-9218-4D7C156FE1A1}" sibTransId="{BC9945F6-EF65-4CCF-B633-8BE1CCB64BCD}"/>
    <dgm:cxn modelId="{BE8F1394-31E4-437C-9ECF-19FCACAE6399}" srcId="{4FC3720B-4A0F-4D93-AF8E-655818D45879}" destId="{4D4D31BF-26D2-42DC-B3E8-6FAC24B7CD5D}" srcOrd="1" destOrd="0" parTransId="{0BF0DDCA-4EF8-469E-946D-0691414DF012}" sibTransId="{B1DBDE9A-1D83-4575-9AE6-A3DD3BBC7BAF}"/>
    <dgm:cxn modelId="{ED5774AC-6D04-4656-B9EB-B611BBD21D9D}" type="presOf" srcId="{4D4D31BF-26D2-42DC-B3E8-6FAC24B7CD5D}" destId="{CA07444F-9300-4099-8E22-08455D65660D}" srcOrd="0" destOrd="0" presId="urn:microsoft.com/office/officeart/2005/8/layout/radial4"/>
    <dgm:cxn modelId="{DAC69BB0-4650-41F5-8D61-0A4C6E5BA3F0}" srcId="{4FC3720B-4A0F-4D93-AF8E-655818D45879}" destId="{434D0702-317F-4D67-894C-145451D0FB99}" srcOrd="5" destOrd="0" parTransId="{E99E1AEC-0536-4CF8-8F6E-EF8BBC402BF6}" sibTransId="{F71311B7-5E18-4105-8CC2-7AD628401E60}"/>
    <dgm:cxn modelId="{9BFBA4B8-D9D2-4CEF-99D4-4C0D60433F5A}" type="presOf" srcId="{958A0697-089A-4144-8F24-228187057605}" destId="{F58E4C67-49A3-4CFF-87F3-D7BAAFF231DA}" srcOrd="0" destOrd="0" presId="urn:microsoft.com/office/officeart/2005/8/layout/radial4"/>
    <dgm:cxn modelId="{C03868D5-8939-45F7-BA25-A7AEB5C5EE03}" type="presOf" srcId="{D74E0AE2-DC21-44CD-BEC6-28A04DCC217D}" destId="{7226EDFE-C1C8-4935-BB4B-4F90C454BB60}" srcOrd="0" destOrd="0" presId="urn:microsoft.com/office/officeart/2005/8/layout/radial4"/>
    <dgm:cxn modelId="{4ED976E9-D583-442F-ACED-79B928E453FD}" type="presOf" srcId="{64883C1F-634A-4597-928F-4E5C142458EF}" destId="{86D832F7-F9AD-45E4-9398-544176179E85}" srcOrd="0" destOrd="0" presId="urn:microsoft.com/office/officeart/2005/8/layout/radial4"/>
    <dgm:cxn modelId="{1CAB41F1-2452-4AFE-81B8-573383C54EE1}" srcId="{4FC3720B-4A0F-4D93-AF8E-655818D45879}" destId="{D74E0AE2-DC21-44CD-BEC6-28A04DCC217D}" srcOrd="3" destOrd="0" parTransId="{B9D21965-523C-4DED-915E-52006FDF0B09}" sibTransId="{DD144DC8-A97A-4E83-8FE8-8180CC541FEA}"/>
    <dgm:cxn modelId="{E4696DFD-D37F-409B-BD58-E4BDFF35CC36}" type="presOf" srcId="{4FC3720B-4A0F-4D93-AF8E-655818D45879}" destId="{E5C9859B-55BC-4D99-B34C-349256CF99C6}" srcOrd="0" destOrd="0" presId="urn:microsoft.com/office/officeart/2005/8/layout/radial4"/>
    <dgm:cxn modelId="{18D41EFE-3E71-4A22-8610-D786858A211C}" type="presOf" srcId="{434D0702-317F-4D67-894C-145451D0FB99}" destId="{89EBC6C4-93EB-4B4F-90BE-4FA77ED5C746}" srcOrd="0" destOrd="0" presId="urn:microsoft.com/office/officeart/2005/8/layout/radial4"/>
    <dgm:cxn modelId="{2E4A07D1-124F-4364-AB6D-001CF2FB517C}" type="presParOf" srcId="{13EECEAD-961E-47BB-A530-66DB046C2056}" destId="{E5C9859B-55BC-4D99-B34C-349256CF99C6}" srcOrd="0" destOrd="0" presId="urn:microsoft.com/office/officeart/2005/8/layout/radial4"/>
    <dgm:cxn modelId="{B569E3D8-8738-4682-86CE-008CD557B1DA}" type="presParOf" srcId="{13EECEAD-961E-47BB-A530-66DB046C2056}" destId="{41257A80-6808-4FE1-B97E-F335BAA2F44E}" srcOrd="1" destOrd="0" presId="urn:microsoft.com/office/officeart/2005/8/layout/radial4"/>
    <dgm:cxn modelId="{30992EC1-F1A2-449F-9DD2-5EA2BABB9738}" type="presParOf" srcId="{13EECEAD-961E-47BB-A530-66DB046C2056}" destId="{8A7225C2-F5DC-4079-B319-62824FA84DBF}" srcOrd="2" destOrd="0" presId="urn:microsoft.com/office/officeart/2005/8/layout/radial4"/>
    <dgm:cxn modelId="{78D903FB-D852-4B51-84C1-2ED665E09580}" type="presParOf" srcId="{13EECEAD-961E-47BB-A530-66DB046C2056}" destId="{DA45EBCA-4B10-4E00-B239-309FCB90F260}" srcOrd="3" destOrd="0" presId="urn:microsoft.com/office/officeart/2005/8/layout/radial4"/>
    <dgm:cxn modelId="{3D73BD36-4063-4538-BB8D-C2C2B2BAD91A}" type="presParOf" srcId="{13EECEAD-961E-47BB-A530-66DB046C2056}" destId="{CA07444F-9300-4099-8E22-08455D65660D}" srcOrd="4" destOrd="0" presId="urn:microsoft.com/office/officeart/2005/8/layout/radial4"/>
    <dgm:cxn modelId="{06273D0A-17C3-4633-AD5E-8E7623A73C64}" type="presParOf" srcId="{13EECEAD-961E-47BB-A530-66DB046C2056}" destId="{C85F2D85-A3C8-43B7-8CAD-5522D9888DA8}" srcOrd="5" destOrd="0" presId="urn:microsoft.com/office/officeart/2005/8/layout/radial4"/>
    <dgm:cxn modelId="{DA9C3BC7-FC3F-4BE4-ADFA-62302C7289AF}" type="presParOf" srcId="{13EECEAD-961E-47BB-A530-66DB046C2056}" destId="{7188251D-45B1-4469-A134-0D7BA7AFB073}" srcOrd="6" destOrd="0" presId="urn:microsoft.com/office/officeart/2005/8/layout/radial4"/>
    <dgm:cxn modelId="{4ACF98EF-DDF4-4F95-8FBF-E29FEC0018CD}" type="presParOf" srcId="{13EECEAD-961E-47BB-A530-66DB046C2056}" destId="{33B63B72-1EB6-4C6E-903E-B58BB9DBA421}" srcOrd="7" destOrd="0" presId="urn:microsoft.com/office/officeart/2005/8/layout/radial4"/>
    <dgm:cxn modelId="{89E0E6E5-DC96-4E4F-91E4-1AF3439FDCED}" type="presParOf" srcId="{13EECEAD-961E-47BB-A530-66DB046C2056}" destId="{7226EDFE-C1C8-4935-BB4B-4F90C454BB60}" srcOrd="8" destOrd="0" presId="urn:microsoft.com/office/officeart/2005/8/layout/radial4"/>
    <dgm:cxn modelId="{ECCE8128-CF96-4B3B-A829-71D99B7CCBE7}" type="presParOf" srcId="{13EECEAD-961E-47BB-A530-66DB046C2056}" destId="{F58E4C67-49A3-4CFF-87F3-D7BAAFF231DA}" srcOrd="9" destOrd="0" presId="urn:microsoft.com/office/officeart/2005/8/layout/radial4"/>
    <dgm:cxn modelId="{067AD7E0-01DC-4C31-B58F-55331701959B}" type="presParOf" srcId="{13EECEAD-961E-47BB-A530-66DB046C2056}" destId="{86D832F7-F9AD-45E4-9398-544176179E85}" srcOrd="10" destOrd="0" presId="urn:microsoft.com/office/officeart/2005/8/layout/radial4"/>
    <dgm:cxn modelId="{E5A5EE0C-3FCF-4A4E-A3E7-B29BE6A8FEF6}" type="presParOf" srcId="{13EECEAD-961E-47BB-A530-66DB046C2056}" destId="{F90F5895-B06C-4042-B1C8-B38AD65931FC}" srcOrd="11" destOrd="0" presId="urn:microsoft.com/office/officeart/2005/8/layout/radial4"/>
    <dgm:cxn modelId="{3612A633-CBE0-4EAE-AC96-BD25A21E98FE}" type="presParOf" srcId="{13EECEAD-961E-47BB-A530-66DB046C2056}" destId="{89EBC6C4-93EB-4B4F-90BE-4FA77ED5C746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729AE0-9CF2-4B2D-983A-8E9CBA931BEE}" type="doc">
      <dgm:prSet loTypeId="urn:microsoft.com/office/officeart/2005/8/layout/chevron1" loCatId="process" qsTypeId="urn:microsoft.com/office/officeart/2005/8/quickstyle/simple1" qsCatId="simple" csTypeId="urn:microsoft.com/office/officeart/2005/8/colors/colorful3" csCatId="colorful" phldr="1"/>
      <dgm:spPr/>
    </dgm:pt>
    <dgm:pt modelId="{CFC54639-7A89-4561-A64B-F29BDC0414CC}">
      <dgm:prSet phldrT="[텍스트]"/>
      <dgm:spPr/>
      <dgm:t>
        <a:bodyPr/>
        <a:lstStyle/>
        <a:p>
          <a:pPr latinLnBrk="1"/>
          <a:r>
            <a:rPr lang="en-US" altLang="ko-KR" dirty="0"/>
            <a:t>EEG signal preprocessing</a:t>
          </a:r>
          <a:endParaRPr lang="ko-KR" altLang="en-US" dirty="0"/>
        </a:p>
      </dgm:t>
    </dgm:pt>
    <dgm:pt modelId="{4D993138-EEC5-45C4-B17A-8F11F50011CD}" type="parTrans" cxnId="{325CDA36-CB62-4333-B931-2AC00269B5A5}">
      <dgm:prSet/>
      <dgm:spPr/>
      <dgm:t>
        <a:bodyPr/>
        <a:lstStyle/>
        <a:p>
          <a:pPr latinLnBrk="1"/>
          <a:endParaRPr lang="ko-KR" altLang="en-US"/>
        </a:p>
      </dgm:t>
    </dgm:pt>
    <dgm:pt modelId="{EE5B0647-D3C6-4659-89E0-5103D6283A2D}" type="sibTrans" cxnId="{325CDA36-CB62-4333-B931-2AC00269B5A5}">
      <dgm:prSet/>
      <dgm:spPr/>
      <dgm:t>
        <a:bodyPr/>
        <a:lstStyle/>
        <a:p>
          <a:pPr latinLnBrk="1"/>
          <a:endParaRPr lang="ko-KR" altLang="en-US"/>
        </a:p>
      </dgm:t>
    </dgm:pt>
    <dgm:pt modelId="{A18F1F98-687F-4AE7-A2D8-06A6574B0DDD}">
      <dgm:prSet phldrT="[텍스트]"/>
      <dgm:spPr/>
      <dgm:t>
        <a:bodyPr/>
        <a:lstStyle/>
        <a:p>
          <a:pPr latinLnBrk="1"/>
          <a:r>
            <a:rPr lang="en-US" altLang="ko-KR" dirty="0"/>
            <a:t>Signal to image</a:t>
          </a:r>
          <a:endParaRPr lang="ko-KR" altLang="en-US" dirty="0"/>
        </a:p>
      </dgm:t>
    </dgm:pt>
    <dgm:pt modelId="{F431B41D-4976-4A68-B637-E0B297BAFB53}" type="parTrans" cxnId="{C9E39360-1440-40E1-8D12-26AED55C6410}">
      <dgm:prSet/>
      <dgm:spPr/>
      <dgm:t>
        <a:bodyPr/>
        <a:lstStyle/>
        <a:p>
          <a:pPr latinLnBrk="1"/>
          <a:endParaRPr lang="ko-KR" altLang="en-US"/>
        </a:p>
      </dgm:t>
    </dgm:pt>
    <dgm:pt modelId="{7255F672-860D-44FE-A726-79FA134768B8}" type="sibTrans" cxnId="{C9E39360-1440-40E1-8D12-26AED55C6410}">
      <dgm:prSet/>
      <dgm:spPr/>
      <dgm:t>
        <a:bodyPr/>
        <a:lstStyle/>
        <a:p>
          <a:pPr latinLnBrk="1"/>
          <a:endParaRPr lang="ko-KR" altLang="en-US"/>
        </a:p>
      </dgm:t>
    </dgm:pt>
    <dgm:pt modelId="{44F81CCF-D935-481A-A3CD-3192D9350203}">
      <dgm:prSet phldrT="[텍스트]"/>
      <dgm:spPr/>
      <dgm:t>
        <a:bodyPr/>
        <a:lstStyle/>
        <a:p>
          <a:pPr latinLnBrk="1"/>
          <a:r>
            <a:rPr lang="en-US" altLang="ko-KR" dirty="0"/>
            <a:t>CNN</a:t>
          </a:r>
        </a:p>
        <a:p>
          <a:pPr latinLnBrk="1"/>
          <a:r>
            <a:rPr lang="en-US" altLang="ko-KR" dirty="0"/>
            <a:t>modeling</a:t>
          </a:r>
          <a:endParaRPr lang="ko-KR" altLang="en-US" dirty="0"/>
        </a:p>
      </dgm:t>
    </dgm:pt>
    <dgm:pt modelId="{EBE82318-26DC-45AB-9B6A-4FDE454A6BA4}" type="parTrans" cxnId="{E281867B-379C-4645-8B65-CACC51E57D0A}">
      <dgm:prSet/>
      <dgm:spPr/>
      <dgm:t>
        <a:bodyPr/>
        <a:lstStyle/>
        <a:p>
          <a:pPr latinLnBrk="1"/>
          <a:endParaRPr lang="ko-KR" altLang="en-US"/>
        </a:p>
      </dgm:t>
    </dgm:pt>
    <dgm:pt modelId="{FB5A7A47-A11A-4AB1-8966-465247E1CFB4}" type="sibTrans" cxnId="{E281867B-379C-4645-8B65-CACC51E57D0A}">
      <dgm:prSet/>
      <dgm:spPr/>
      <dgm:t>
        <a:bodyPr/>
        <a:lstStyle/>
        <a:p>
          <a:pPr latinLnBrk="1"/>
          <a:endParaRPr lang="ko-KR" altLang="en-US"/>
        </a:p>
      </dgm:t>
    </dgm:pt>
    <dgm:pt modelId="{9B897A08-A9D3-4EEE-BA48-B80213F276AC}">
      <dgm:prSet/>
      <dgm:spPr/>
      <dgm:t>
        <a:bodyPr/>
        <a:lstStyle/>
        <a:p>
          <a:pPr latinLnBrk="1"/>
          <a:r>
            <a:rPr lang="en-US" altLang="ko-KR" dirty="0"/>
            <a:t>Model training</a:t>
          </a:r>
          <a:endParaRPr lang="ko-KR" altLang="en-US" dirty="0"/>
        </a:p>
      </dgm:t>
    </dgm:pt>
    <dgm:pt modelId="{A31205F8-8E8F-4A38-B61B-2272EAFAFABD}" type="parTrans" cxnId="{A785FA54-52D1-4FF6-A3FA-2A7732C15575}">
      <dgm:prSet/>
      <dgm:spPr/>
      <dgm:t>
        <a:bodyPr/>
        <a:lstStyle/>
        <a:p>
          <a:pPr latinLnBrk="1"/>
          <a:endParaRPr lang="ko-KR" altLang="en-US"/>
        </a:p>
      </dgm:t>
    </dgm:pt>
    <dgm:pt modelId="{BDA64ACE-4FB4-4542-8385-BB8B83BF7E63}" type="sibTrans" cxnId="{A785FA54-52D1-4FF6-A3FA-2A7732C15575}">
      <dgm:prSet/>
      <dgm:spPr/>
      <dgm:t>
        <a:bodyPr/>
        <a:lstStyle/>
        <a:p>
          <a:pPr latinLnBrk="1"/>
          <a:endParaRPr lang="ko-KR" altLang="en-US"/>
        </a:p>
      </dgm:t>
    </dgm:pt>
    <dgm:pt modelId="{F0738DED-75B6-4C1C-B329-BA5C2A3C4CA0}" type="pres">
      <dgm:prSet presAssocID="{64729AE0-9CF2-4B2D-983A-8E9CBA931BEE}" presName="Name0" presStyleCnt="0">
        <dgm:presLayoutVars>
          <dgm:dir/>
          <dgm:animLvl val="lvl"/>
          <dgm:resizeHandles val="exact"/>
        </dgm:presLayoutVars>
      </dgm:prSet>
      <dgm:spPr/>
    </dgm:pt>
    <dgm:pt modelId="{3F5BBF07-C87E-4D74-A36B-997287066E5E}" type="pres">
      <dgm:prSet presAssocID="{CFC54639-7A89-4561-A64B-F29BDC0414CC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946B03B-702D-4AB4-9D81-582683DF122E}" type="pres">
      <dgm:prSet presAssocID="{EE5B0647-D3C6-4659-89E0-5103D6283A2D}" presName="parTxOnlySpace" presStyleCnt="0"/>
      <dgm:spPr/>
    </dgm:pt>
    <dgm:pt modelId="{C4EB9157-EE20-4AEF-BDC2-C0260ABEB011}" type="pres">
      <dgm:prSet presAssocID="{A18F1F98-687F-4AE7-A2D8-06A6574B0DD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4C06861-5598-4503-B996-0D619795EB58}" type="pres">
      <dgm:prSet presAssocID="{7255F672-860D-44FE-A726-79FA134768B8}" presName="parTxOnlySpace" presStyleCnt="0"/>
      <dgm:spPr/>
    </dgm:pt>
    <dgm:pt modelId="{3CCEB5FA-583F-4AA1-B546-C973839C86AB}" type="pres">
      <dgm:prSet presAssocID="{44F81CCF-D935-481A-A3CD-3192D935020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9F9791A-431D-419A-A7B8-DDF370B26A42}" type="pres">
      <dgm:prSet presAssocID="{FB5A7A47-A11A-4AB1-8966-465247E1CFB4}" presName="parTxOnlySpace" presStyleCnt="0"/>
      <dgm:spPr/>
    </dgm:pt>
    <dgm:pt modelId="{BB555CCE-BEF9-4EC3-A641-B3F73C6E479E}" type="pres">
      <dgm:prSet presAssocID="{9B897A08-A9D3-4EEE-BA48-B80213F276AC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25CDA36-CB62-4333-B931-2AC00269B5A5}" srcId="{64729AE0-9CF2-4B2D-983A-8E9CBA931BEE}" destId="{CFC54639-7A89-4561-A64B-F29BDC0414CC}" srcOrd="0" destOrd="0" parTransId="{4D993138-EEC5-45C4-B17A-8F11F50011CD}" sibTransId="{EE5B0647-D3C6-4659-89E0-5103D6283A2D}"/>
    <dgm:cxn modelId="{C9E39360-1440-40E1-8D12-26AED55C6410}" srcId="{64729AE0-9CF2-4B2D-983A-8E9CBA931BEE}" destId="{A18F1F98-687F-4AE7-A2D8-06A6574B0DDD}" srcOrd="1" destOrd="0" parTransId="{F431B41D-4976-4A68-B637-E0B297BAFB53}" sibTransId="{7255F672-860D-44FE-A726-79FA134768B8}"/>
    <dgm:cxn modelId="{CCCD264E-EF8E-47A2-A8EB-6F86824CE9B4}" type="presOf" srcId="{A18F1F98-687F-4AE7-A2D8-06A6574B0DDD}" destId="{C4EB9157-EE20-4AEF-BDC2-C0260ABEB011}" srcOrd="0" destOrd="0" presId="urn:microsoft.com/office/officeart/2005/8/layout/chevron1"/>
    <dgm:cxn modelId="{A785FA54-52D1-4FF6-A3FA-2A7732C15575}" srcId="{64729AE0-9CF2-4B2D-983A-8E9CBA931BEE}" destId="{9B897A08-A9D3-4EEE-BA48-B80213F276AC}" srcOrd="3" destOrd="0" parTransId="{A31205F8-8E8F-4A38-B61B-2272EAFAFABD}" sibTransId="{BDA64ACE-4FB4-4542-8385-BB8B83BF7E63}"/>
    <dgm:cxn modelId="{E281867B-379C-4645-8B65-CACC51E57D0A}" srcId="{64729AE0-9CF2-4B2D-983A-8E9CBA931BEE}" destId="{44F81CCF-D935-481A-A3CD-3192D9350203}" srcOrd="2" destOrd="0" parTransId="{EBE82318-26DC-45AB-9B6A-4FDE454A6BA4}" sibTransId="{FB5A7A47-A11A-4AB1-8966-465247E1CFB4}"/>
    <dgm:cxn modelId="{A26C0486-10B2-4066-9325-2A423FC70713}" type="presOf" srcId="{9B897A08-A9D3-4EEE-BA48-B80213F276AC}" destId="{BB555CCE-BEF9-4EC3-A641-B3F73C6E479E}" srcOrd="0" destOrd="0" presId="urn:microsoft.com/office/officeart/2005/8/layout/chevron1"/>
    <dgm:cxn modelId="{8BEA12BC-CA3F-4B3B-9FBD-DF913BCF5270}" type="presOf" srcId="{64729AE0-9CF2-4B2D-983A-8E9CBA931BEE}" destId="{F0738DED-75B6-4C1C-B329-BA5C2A3C4CA0}" srcOrd="0" destOrd="0" presId="urn:microsoft.com/office/officeart/2005/8/layout/chevron1"/>
    <dgm:cxn modelId="{E411FEBE-C92E-4AF5-A255-F855786AC02A}" type="presOf" srcId="{44F81CCF-D935-481A-A3CD-3192D9350203}" destId="{3CCEB5FA-583F-4AA1-B546-C973839C86AB}" srcOrd="0" destOrd="0" presId="urn:microsoft.com/office/officeart/2005/8/layout/chevron1"/>
    <dgm:cxn modelId="{BC9CE1E7-F75B-4859-B0DD-0C4E60F511F7}" type="presOf" srcId="{CFC54639-7A89-4561-A64B-F29BDC0414CC}" destId="{3F5BBF07-C87E-4D74-A36B-997287066E5E}" srcOrd="0" destOrd="0" presId="urn:microsoft.com/office/officeart/2005/8/layout/chevron1"/>
    <dgm:cxn modelId="{D6459A16-6445-4824-AE14-263F5EE0EF63}" type="presParOf" srcId="{F0738DED-75B6-4C1C-B329-BA5C2A3C4CA0}" destId="{3F5BBF07-C87E-4D74-A36B-997287066E5E}" srcOrd="0" destOrd="0" presId="urn:microsoft.com/office/officeart/2005/8/layout/chevron1"/>
    <dgm:cxn modelId="{17E68347-FA37-4BBD-9711-EA675E618E34}" type="presParOf" srcId="{F0738DED-75B6-4C1C-B329-BA5C2A3C4CA0}" destId="{9946B03B-702D-4AB4-9D81-582683DF122E}" srcOrd="1" destOrd="0" presId="urn:microsoft.com/office/officeart/2005/8/layout/chevron1"/>
    <dgm:cxn modelId="{CE66D592-D6B3-4D6D-B54B-2ADC296B21FC}" type="presParOf" srcId="{F0738DED-75B6-4C1C-B329-BA5C2A3C4CA0}" destId="{C4EB9157-EE20-4AEF-BDC2-C0260ABEB011}" srcOrd="2" destOrd="0" presId="urn:microsoft.com/office/officeart/2005/8/layout/chevron1"/>
    <dgm:cxn modelId="{FDFA59F0-C221-4902-81E1-29631DDBF67D}" type="presParOf" srcId="{F0738DED-75B6-4C1C-B329-BA5C2A3C4CA0}" destId="{D4C06861-5598-4503-B996-0D619795EB58}" srcOrd="3" destOrd="0" presId="urn:microsoft.com/office/officeart/2005/8/layout/chevron1"/>
    <dgm:cxn modelId="{D78C95C3-6398-4367-94E2-3A4E2F57218A}" type="presParOf" srcId="{F0738DED-75B6-4C1C-B329-BA5C2A3C4CA0}" destId="{3CCEB5FA-583F-4AA1-B546-C973839C86AB}" srcOrd="4" destOrd="0" presId="urn:microsoft.com/office/officeart/2005/8/layout/chevron1"/>
    <dgm:cxn modelId="{92EAA039-0899-4E1A-A5A5-42CEE19B1411}" type="presParOf" srcId="{F0738DED-75B6-4C1C-B329-BA5C2A3C4CA0}" destId="{79F9791A-431D-419A-A7B8-DDF370B26A42}" srcOrd="5" destOrd="0" presId="urn:microsoft.com/office/officeart/2005/8/layout/chevron1"/>
    <dgm:cxn modelId="{3774B886-78DB-4387-8DEE-069567866188}" type="presParOf" srcId="{F0738DED-75B6-4C1C-B329-BA5C2A3C4CA0}" destId="{BB555CCE-BEF9-4EC3-A641-B3F73C6E479E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29E458-49DA-427C-B429-C37D7A745E5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722D631-9A42-4E23-A020-5D892F44F7F7}">
      <dgm:prSet/>
      <dgm:spPr/>
      <dgm:t>
        <a:bodyPr/>
        <a:lstStyle/>
        <a:p>
          <a:pPr>
            <a:defRPr cap="all"/>
          </a:pPr>
          <a:r>
            <a:rPr lang="en-US" dirty="0"/>
            <a:t>Modeling, </a:t>
          </a:r>
        </a:p>
        <a:p>
          <a:pPr>
            <a:defRPr cap="all"/>
          </a:pPr>
          <a:r>
            <a:rPr lang="en-US" dirty="0"/>
            <a:t>RAM usage</a:t>
          </a:r>
        </a:p>
      </dgm:t>
    </dgm:pt>
    <dgm:pt modelId="{F5BF644D-7590-455F-BBB6-09BAE77BAB33}" type="parTrans" cxnId="{65B6A339-C7F8-44A9-9043-FCD66C42A3B2}">
      <dgm:prSet/>
      <dgm:spPr/>
      <dgm:t>
        <a:bodyPr/>
        <a:lstStyle/>
        <a:p>
          <a:endParaRPr lang="en-US"/>
        </a:p>
      </dgm:t>
    </dgm:pt>
    <dgm:pt modelId="{6B21E2A9-642F-4AC7-808C-33C9D0FA4DF5}" type="sibTrans" cxnId="{65B6A339-C7F8-44A9-9043-FCD66C42A3B2}">
      <dgm:prSet/>
      <dgm:spPr/>
      <dgm:t>
        <a:bodyPr/>
        <a:lstStyle/>
        <a:p>
          <a:endParaRPr lang="en-US"/>
        </a:p>
      </dgm:t>
    </dgm:pt>
    <dgm:pt modelId="{E0F752B5-02E3-4868-8AA4-4F8D1B11DDE4}">
      <dgm:prSet/>
      <dgm:spPr/>
      <dgm:t>
        <a:bodyPr/>
        <a:lstStyle/>
        <a:p>
          <a:pPr>
            <a:defRPr cap="all"/>
          </a:pPr>
          <a:r>
            <a:rPr lang="en-US" dirty="0"/>
            <a:t>Training</a:t>
          </a:r>
        </a:p>
        <a:p>
          <a:pPr>
            <a:defRPr cap="all"/>
          </a:pPr>
          <a:r>
            <a:rPr lang="en-US" dirty="0"/>
            <a:t>-&gt; data balancing</a:t>
          </a:r>
        </a:p>
      </dgm:t>
    </dgm:pt>
    <dgm:pt modelId="{FAC9AB95-1425-495A-A055-992A87AA0F1A}" type="parTrans" cxnId="{677BAB2D-CDA1-4474-8CFF-8719439318DC}">
      <dgm:prSet/>
      <dgm:spPr/>
      <dgm:t>
        <a:bodyPr/>
        <a:lstStyle/>
        <a:p>
          <a:endParaRPr lang="en-US"/>
        </a:p>
      </dgm:t>
    </dgm:pt>
    <dgm:pt modelId="{C855A6F3-B98F-414A-9653-7C15FB78D19F}" type="sibTrans" cxnId="{677BAB2D-CDA1-4474-8CFF-8719439318DC}">
      <dgm:prSet/>
      <dgm:spPr/>
      <dgm:t>
        <a:bodyPr/>
        <a:lstStyle/>
        <a:p>
          <a:endParaRPr lang="en-US"/>
        </a:p>
      </dgm:t>
    </dgm:pt>
    <dgm:pt modelId="{82B0D82B-8D8D-4F63-BC2E-84FD6263AEB3}">
      <dgm:prSet/>
      <dgm:spPr/>
      <dgm:t>
        <a:bodyPr/>
        <a:lstStyle/>
        <a:p>
          <a:pPr>
            <a:defRPr cap="all"/>
          </a:pPr>
          <a:r>
            <a:rPr lang="en-US"/>
            <a:t>Neuroscience</a:t>
          </a:r>
        </a:p>
      </dgm:t>
    </dgm:pt>
    <dgm:pt modelId="{EAE66793-1B93-4A8D-BCC7-559CA3684FAE}" type="parTrans" cxnId="{CABA4CF8-9800-4881-9615-775A3648F514}">
      <dgm:prSet/>
      <dgm:spPr/>
      <dgm:t>
        <a:bodyPr/>
        <a:lstStyle/>
        <a:p>
          <a:endParaRPr lang="en-US"/>
        </a:p>
      </dgm:t>
    </dgm:pt>
    <dgm:pt modelId="{8F95B9E1-CE72-4F3F-A0C3-AE849BBA32F6}" type="sibTrans" cxnId="{CABA4CF8-9800-4881-9615-775A3648F514}">
      <dgm:prSet/>
      <dgm:spPr/>
      <dgm:t>
        <a:bodyPr/>
        <a:lstStyle/>
        <a:p>
          <a:endParaRPr lang="en-US"/>
        </a:p>
      </dgm:t>
    </dgm:pt>
    <dgm:pt modelId="{39D8787E-8F6B-437B-B212-76B688B151A4}">
      <dgm:prSet/>
      <dgm:spPr/>
      <dgm:t>
        <a:bodyPr/>
        <a:lstStyle/>
        <a:p>
          <a:pPr>
            <a:defRPr cap="all"/>
          </a:pPr>
          <a:r>
            <a:rPr lang="en-US" dirty="0"/>
            <a:t>Graph plotting</a:t>
          </a:r>
        </a:p>
        <a:p>
          <a:pPr>
            <a:defRPr cap="all"/>
          </a:pPr>
          <a:r>
            <a:rPr lang="en-US" dirty="0"/>
            <a:t>in python</a:t>
          </a:r>
        </a:p>
      </dgm:t>
    </dgm:pt>
    <dgm:pt modelId="{D738B9C0-6B11-4EA6-B109-D8EF13700619}" type="parTrans" cxnId="{3A877022-03C1-4526-94D0-987E9A93D41C}">
      <dgm:prSet/>
      <dgm:spPr/>
      <dgm:t>
        <a:bodyPr/>
        <a:lstStyle/>
        <a:p>
          <a:endParaRPr lang="en-US"/>
        </a:p>
      </dgm:t>
    </dgm:pt>
    <dgm:pt modelId="{0BD6D92E-A2E3-4DD0-857C-A90337DEF969}" type="sibTrans" cxnId="{3A877022-03C1-4526-94D0-987E9A93D41C}">
      <dgm:prSet/>
      <dgm:spPr/>
      <dgm:t>
        <a:bodyPr/>
        <a:lstStyle/>
        <a:p>
          <a:endParaRPr lang="en-US"/>
        </a:p>
      </dgm:t>
    </dgm:pt>
    <dgm:pt modelId="{BB1C6763-8DA5-41E8-88D8-FFB20114208B}" type="pres">
      <dgm:prSet presAssocID="{AD29E458-49DA-427C-B429-C37D7A745E51}" presName="root" presStyleCnt="0">
        <dgm:presLayoutVars>
          <dgm:dir/>
          <dgm:resizeHandles val="exact"/>
        </dgm:presLayoutVars>
      </dgm:prSet>
      <dgm:spPr/>
    </dgm:pt>
    <dgm:pt modelId="{DC7DBAC1-39C1-4A90-B0F1-CCD464DF47E8}" type="pres">
      <dgm:prSet presAssocID="{B722D631-9A42-4E23-A020-5D892F44F7F7}" presName="compNode" presStyleCnt="0"/>
      <dgm:spPr/>
    </dgm:pt>
    <dgm:pt modelId="{FD0C4B77-3468-42FC-9107-DBE35B4781AE}" type="pres">
      <dgm:prSet presAssocID="{B722D631-9A42-4E23-A020-5D892F44F7F7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BBB34E9-ACDE-4BD9-AFD2-224393D48F06}" type="pres">
      <dgm:prSet presAssocID="{B722D631-9A42-4E23-A020-5D892F44F7F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컴퓨터"/>
        </a:ext>
      </dgm:extLst>
    </dgm:pt>
    <dgm:pt modelId="{37CF2306-29FE-42E8-B931-C4D2F2FF76CB}" type="pres">
      <dgm:prSet presAssocID="{B722D631-9A42-4E23-A020-5D892F44F7F7}" presName="spaceRect" presStyleCnt="0"/>
      <dgm:spPr/>
    </dgm:pt>
    <dgm:pt modelId="{0A8552D6-7904-4628-9FCA-E1FFF9AFDC7B}" type="pres">
      <dgm:prSet presAssocID="{B722D631-9A42-4E23-A020-5D892F44F7F7}" presName="textRect" presStyleLbl="revTx" presStyleIdx="0" presStyleCnt="4">
        <dgm:presLayoutVars>
          <dgm:chMax val="1"/>
          <dgm:chPref val="1"/>
        </dgm:presLayoutVars>
      </dgm:prSet>
      <dgm:spPr/>
    </dgm:pt>
    <dgm:pt modelId="{1A6398BA-045B-4DF3-90BC-0D7E32DCF750}" type="pres">
      <dgm:prSet presAssocID="{6B21E2A9-642F-4AC7-808C-33C9D0FA4DF5}" presName="sibTrans" presStyleCnt="0"/>
      <dgm:spPr/>
    </dgm:pt>
    <dgm:pt modelId="{43A2FA54-B377-4DCF-A575-83DAF5E10578}" type="pres">
      <dgm:prSet presAssocID="{E0F752B5-02E3-4868-8AA4-4F8D1B11DDE4}" presName="compNode" presStyleCnt="0"/>
      <dgm:spPr/>
    </dgm:pt>
    <dgm:pt modelId="{DC8F87EF-2C80-4A93-BFB9-C4E72B71618D}" type="pres">
      <dgm:prSet presAssocID="{E0F752B5-02E3-4868-8AA4-4F8D1B11DDE4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4BE772A-D38F-4A9D-B7AD-E46C6A93DD9F}" type="pres">
      <dgm:prSet presAssocID="{E0F752B5-02E3-4868-8AA4-4F8D1B11DDE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5569F1D-5EC3-47EC-BAA3-749D1B5AA79B}" type="pres">
      <dgm:prSet presAssocID="{E0F752B5-02E3-4868-8AA4-4F8D1B11DDE4}" presName="spaceRect" presStyleCnt="0"/>
      <dgm:spPr/>
    </dgm:pt>
    <dgm:pt modelId="{F90EA968-A91F-49A0-8D30-E5C711D4209D}" type="pres">
      <dgm:prSet presAssocID="{E0F752B5-02E3-4868-8AA4-4F8D1B11DDE4}" presName="textRect" presStyleLbl="revTx" presStyleIdx="1" presStyleCnt="4" custScaleX="133086">
        <dgm:presLayoutVars>
          <dgm:chMax val="1"/>
          <dgm:chPref val="1"/>
        </dgm:presLayoutVars>
      </dgm:prSet>
      <dgm:spPr/>
    </dgm:pt>
    <dgm:pt modelId="{4DD081E7-0277-4999-A46C-D1282866651A}" type="pres">
      <dgm:prSet presAssocID="{C855A6F3-B98F-414A-9653-7C15FB78D19F}" presName="sibTrans" presStyleCnt="0"/>
      <dgm:spPr/>
    </dgm:pt>
    <dgm:pt modelId="{B2B87018-F099-4666-8F76-B631A5A441CE}" type="pres">
      <dgm:prSet presAssocID="{82B0D82B-8D8D-4F63-BC2E-84FD6263AEB3}" presName="compNode" presStyleCnt="0"/>
      <dgm:spPr/>
    </dgm:pt>
    <dgm:pt modelId="{B2D96F76-56B9-4362-874C-945AD736CB62}" type="pres">
      <dgm:prSet presAssocID="{82B0D82B-8D8D-4F63-BC2E-84FD6263AEB3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ACB374D-6D66-4025-AB07-6BD2ED692459}" type="pres">
      <dgm:prSet presAssocID="{82B0D82B-8D8D-4F63-BC2E-84FD6263AEB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뇌"/>
        </a:ext>
      </dgm:extLst>
    </dgm:pt>
    <dgm:pt modelId="{EC0E66F6-665B-4AD8-9650-D0AA4ADD749A}" type="pres">
      <dgm:prSet presAssocID="{82B0D82B-8D8D-4F63-BC2E-84FD6263AEB3}" presName="spaceRect" presStyleCnt="0"/>
      <dgm:spPr/>
    </dgm:pt>
    <dgm:pt modelId="{5BAF5B5E-EA3C-461C-8045-1E84A122AAC4}" type="pres">
      <dgm:prSet presAssocID="{82B0D82B-8D8D-4F63-BC2E-84FD6263AEB3}" presName="textRect" presStyleLbl="revTx" presStyleIdx="2" presStyleCnt="4">
        <dgm:presLayoutVars>
          <dgm:chMax val="1"/>
          <dgm:chPref val="1"/>
        </dgm:presLayoutVars>
      </dgm:prSet>
      <dgm:spPr/>
    </dgm:pt>
    <dgm:pt modelId="{0E971249-575C-408F-9211-A4839FEA7CDD}" type="pres">
      <dgm:prSet presAssocID="{8F95B9E1-CE72-4F3F-A0C3-AE849BBA32F6}" presName="sibTrans" presStyleCnt="0"/>
      <dgm:spPr/>
    </dgm:pt>
    <dgm:pt modelId="{71E5C911-9F14-48D2-A352-839E4F43E375}" type="pres">
      <dgm:prSet presAssocID="{39D8787E-8F6B-437B-B212-76B688B151A4}" presName="compNode" presStyleCnt="0"/>
      <dgm:spPr/>
    </dgm:pt>
    <dgm:pt modelId="{FE134FBA-4391-42E4-93C1-6B44F268FE6A}" type="pres">
      <dgm:prSet presAssocID="{39D8787E-8F6B-437B-B212-76B688B151A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AC88F48-4B1E-4CE1-8C1B-12CDF1E298D2}" type="pres">
      <dgm:prSet presAssocID="{39D8787E-8F6B-437B-B212-76B688B151A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7509654-3BDD-4605-90C0-988AD0DA2703}" type="pres">
      <dgm:prSet presAssocID="{39D8787E-8F6B-437B-B212-76B688B151A4}" presName="spaceRect" presStyleCnt="0"/>
      <dgm:spPr/>
    </dgm:pt>
    <dgm:pt modelId="{D35B1C23-7759-414D-8DA8-03F5826A81B7}" type="pres">
      <dgm:prSet presAssocID="{39D8787E-8F6B-437B-B212-76B688B151A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21B2620-E836-45C7-9F85-8E103ECF40DF}" type="presOf" srcId="{E0F752B5-02E3-4868-8AA4-4F8D1B11DDE4}" destId="{F90EA968-A91F-49A0-8D30-E5C711D4209D}" srcOrd="0" destOrd="0" presId="urn:microsoft.com/office/officeart/2018/5/layout/IconLeafLabelList"/>
    <dgm:cxn modelId="{3A877022-03C1-4526-94D0-987E9A93D41C}" srcId="{AD29E458-49DA-427C-B429-C37D7A745E51}" destId="{39D8787E-8F6B-437B-B212-76B688B151A4}" srcOrd="3" destOrd="0" parTransId="{D738B9C0-6B11-4EA6-B109-D8EF13700619}" sibTransId="{0BD6D92E-A2E3-4DD0-857C-A90337DEF969}"/>
    <dgm:cxn modelId="{677BAB2D-CDA1-4474-8CFF-8719439318DC}" srcId="{AD29E458-49DA-427C-B429-C37D7A745E51}" destId="{E0F752B5-02E3-4868-8AA4-4F8D1B11DDE4}" srcOrd="1" destOrd="0" parTransId="{FAC9AB95-1425-495A-A055-992A87AA0F1A}" sibTransId="{C855A6F3-B98F-414A-9653-7C15FB78D19F}"/>
    <dgm:cxn modelId="{D78C4731-66C4-46F6-AD80-62223A8F449F}" type="presOf" srcId="{AD29E458-49DA-427C-B429-C37D7A745E51}" destId="{BB1C6763-8DA5-41E8-88D8-FFB20114208B}" srcOrd="0" destOrd="0" presId="urn:microsoft.com/office/officeart/2018/5/layout/IconLeafLabelList"/>
    <dgm:cxn modelId="{65B6A339-C7F8-44A9-9043-FCD66C42A3B2}" srcId="{AD29E458-49DA-427C-B429-C37D7A745E51}" destId="{B722D631-9A42-4E23-A020-5D892F44F7F7}" srcOrd="0" destOrd="0" parTransId="{F5BF644D-7590-455F-BBB6-09BAE77BAB33}" sibTransId="{6B21E2A9-642F-4AC7-808C-33C9D0FA4DF5}"/>
    <dgm:cxn modelId="{3BB3E18E-3031-47BC-BA2A-20858832988E}" type="presOf" srcId="{B722D631-9A42-4E23-A020-5D892F44F7F7}" destId="{0A8552D6-7904-4628-9FCA-E1FFF9AFDC7B}" srcOrd="0" destOrd="0" presId="urn:microsoft.com/office/officeart/2018/5/layout/IconLeafLabelList"/>
    <dgm:cxn modelId="{87AA9AA2-44B3-4944-93AD-2AE214013FB9}" type="presOf" srcId="{82B0D82B-8D8D-4F63-BC2E-84FD6263AEB3}" destId="{5BAF5B5E-EA3C-461C-8045-1E84A122AAC4}" srcOrd="0" destOrd="0" presId="urn:microsoft.com/office/officeart/2018/5/layout/IconLeafLabelList"/>
    <dgm:cxn modelId="{88F6F3D5-17A0-4131-8B72-77982AD286E5}" type="presOf" srcId="{39D8787E-8F6B-437B-B212-76B688B151A4}" destId="{D35B1C23-7759-414D-8DA8-03F5826A81B7}" srcOrd="0" destOrd="0" presId="urn:microsoft.com/office/officeart/2018/5/layout/IconLeafLabelList"/>
    <dgm:cxn modelId="{CABA4CF8-9800-4881-9615-775A3648F514}" srcId="{AD29E458-49DA-427C-B429-C37D7A745E51}" destId="{82B0D82B-8D8D-4F63-BC2E-84FD6263AEB3}" srcOrd="2" destOrd="0" parTransId="{EAE66793-1B93-4A8D-BCC7-559CA3684FAE}" sibTransId="{8F95B9E1-CE72-4F3F-A0C3-AE849BBA32F6}"/>
    <dgm:cxn modelId="{2FDF8EB2-95E7-4CED-ACB8-3C7F140F9324}" type="presParOf" srcId="{BB1C6763-8DA5-41E8-88D8-FFB20114208B}" destId="{DC7DBAC1-39C1-4A90-B0F1-CCD464DF47E8}" srcOrd="0" destOrd="0" presId="urn:microsoft.com/office/officeart/2018/5/layout/IconLeafLabelList"/>
    <dgm:cxn modelId="{BA9B4A0B-B377-4471-8557-40B9D1A60609}" type="presParOf" srcId="{DC7DBAC1-39C1-4A90-B0F1-CCD464DF47E8}" destId="{FD0C4B77-3468-42FC-9107-DBE35B4781AE}" srcOrd="0" destOrd="0" presId="urn:microsoft.com/office/officeart/2018/5/layout/IconLeafLabelList"/>
    <dgm:cxn modelId="{B7CEC105-D046-482C-8915-DD2F7D0F7C1B}" type="presParOf" srcId="{DC7DBAC1-39C1-4A90-B0F1-CCD464DF47E8}" destId="{0BBB34E9-ACDE-4BD9-AFD2-224393D48F06}" srcOrd="1" destOrd="0" presId="urn:microsoft.com/office/officeart/2018/5/layout/IconLeafLabelList"/>
    <dgm:cxn modelId="{6B3E1A41-6465-4319-9B22-192B8F3AFD90}" type="presParOf" srcId="{DC7DBAC1-39C1-4A90-B0F1-CCD464DF47E8}" destId="{37CF2306-29FE-42E8-B931-C4D2F2FF76CB}" srcOrd="2" destOrd="0" presId="urn:microsoft.com/office/officeart/2018/5/layout/IconLeafLabelList"/>
    <dgm:cxn modelId="{0404FC25-DC2C-48C6-ACC9-5BC9878B87D1}" type="presParOf" srcId="{DC7DBAC1-39C1-4A90-B0F1-CCD464DF47E8}" destId="{0A8552D6-7904-4628-9FCA-E1FFF9AFDC7B}" srcOrd="3" destOrd="0" presId="urn:microsoft.com/office/officeart/2018/5/layout/IconLeafLabelList"/>
    <dgm:cxn modelId="{76CF5CA9-D11F-478D-9558-38CEA983CF1F}" type="presParOf" srcId="{BB1C6763-8DA5-41E8-88D8-FFB20114208B}" destId="{1A6398BA-045B-4DF3-90BC-0D7E32DCF750}" srcOrd="1" destOrd="0" presId="urn:microsoft.com/office/officeart/2018/5/layout/IconLeafLabelList"/>
    <dgm:cxn modelId="{D95C30CB-8F14-49C6-9A25-651BBAE7D297}" type="presParOf" srcId="{BB1C6763-8DA5-41E8-88D8-FFB20114208B}" destId="{43A2FA54-B377-4DCF-A575-83DAF5E10578}" srcOrd="2" destOrd="0" presId="urn:microsoft.com/office/officeart/2018/5/layout/IconLeafLabelList"/>
    <dgm:cxn modelId="{78D6C44D-2932-402F-B0A2-B297DE51DF77}" type="presParOf" srcId="{43A2FA54-B377-4DCF-A575-83DAF5E10578}" destId="{DC8F87EF-2C80-4A93-BFB9-C4E72B71618D}" srcOrd="0" destOrd="0" presId="urn:microsoft.com/office/officeart/2018/5/layout/IconLeafLabelList"/>
    <dgm:cxn modelId="{A3195875-02D5-4FC7-A2E9-01E3754E70A2}" type="presParOf" srcId="{43A2FA54-B377-4DCF-A575-83DAF5E10578}" destId="{44BE772A-D38F-4A9D-B7AD-E46C6A93DD9F}" srcOrd="1" destOrd="0" presId="urn:microsoft.com/office/officeart/2018/5/layout/IconLeafLabelList"/>
    <dgm:cxn modelId="{EFD23EB2-958C-4998-88BC-0F8F9836059E}" type="presParOf" srcId="{43A2FA54-B377-4DCF-A575-83DAF5E10578}" destId="{95569F1D-5EC3-47EC-BAA3-749D1B5AA79B}" srcOrd="2" destOrd="0" presId="urn:microsoft.com/office/officeart/2018/5/layout/IconLeafLabelList"/>
    <dgm:cxn modelId="{1C0C768E-0405-48E8-AE55-9E28C9FA3998}" type="presParOf" srcId="{43A2FA54-B377-4DCF-A575-83DAF5E10578}" destId="{F90EA968-A91F-49A0-8D30-E5C711D4209D}" srcOrd="3" destOrd="0" presId="urn:microsoft.com/office/officeart/2018/5/layout/IconLeafLabelList"/>
    <dgm:cxn modelId="{EA40B099-DB92-4A7A-931E-1B253F05A53E}" type="presParOf" srcId="{BB1C6763-8DA5-41E8-88D8-FFB20114208B}" destId="{4DD081E7-0277-4999-A46C-D1282866651A}" srcOrd="3" destOrd="0" presId="urn:microsoft.com/office/officeart/2018/5/layout/IconLeafLabelList"/>
    <dgm:cxn modelId="{08851E7A-1A37-4C61-BC61-481A1CAAA220}" type="presParOf" srcId="{BB1C6763-8DA5-41E8-88D8-FFB20114208B}" destId="{B2B87018-F099-4666-8F76-B631A5A441CE}" srcOrd="4" destOrd="0" presId="urn:microsoft.com/office/officeart/2018/5/layout/IconLeafLabelList"/>
    <dgm:cxn modelId="{DADD4345-33EE-4F0D-9C40-746F4A4D0A11}" type="presParOf" srcId="{B2B87018-F099-4666-8F76-B631A5A441CE}" destId="{B2D96F76-56B9-4362-874C-945AD736CB62}" srcOrd="0" destOrd="0" presId="urn:microsoft.com/office/officeart/2018/5/layout/IconLeafLabelList"/>
    <dgm:cxn modelId="{EEB27F4A-8730-4754-AC30-BEB054090734}" type="presParOf" srcId="{B2B87018-F099-4666-8F76-B631A5A441CE}" destId="{EACB374D-6D66-4025-AB07-6BD2ED692459}" srcOrd="1" destOrd="0" presId="urn:microsoft.com/office/officeart/2018/5/layout/IconLeafLabelList"/>
    <dgm:cxn modelId="{0FA396E8-9C17-4239-9C75-4E87842F2D70}" type="presParOf" srcId="{B2B87018-F099-4666-8F76-B631A5A441CE}" destId="{EC0E66F6-665B-4AD8-9650-D0AA4ADD749A}" srcOrd="2" destOrd="0" presId="urn:microsoft.com/office/officeart/2018/5/layout/IconLeafLabelList"/>
    <dgm:cxn modelId="{6157F122-EC8C-4883-BCFF-727AE2E40ED6}" type="presParOf" srcId="{B2B87018-F099-4666-8F76-B631A5A441CE}" destId="{5BAF5B5E-EA3C-461C-8045-1E84A122AAC4}" srcOrd="3" destOrd="0" presId="urn:microsoft.com/office/officeart/2018/5/layout/IconLeafLabelList"/>
    <dgm:cxn modelId="{77E10A24-19BA-4252-BBBC-E60F5C337185}" type="presParOf" srcId="{BB1C6763-8DA5-41E8-88D8-FFB20114208B}" destId="{0E971249-575C-408F-9211-A4839FEA7CDD}" srcOrd="5" destOrd="0" presId="urn:microsoft.com/office/officeart/2018/5/layout/IconLeafLabelList"/>
    <dgm:cxn modelId="{B91A2B89-91E9-4575-BB8D-061569A8F6CE}" type="presParOf" srcId="{BB1C6763-8DA5-41E8-88D8-FFB20114208B}" destId="{71E5C911-9F14-48D2-A352-839E4F43E375}" srcOrd="6" destOrd="0" presId="urn:microsoft.com/office/officeart/2018/5/layout/IconLeafLabelList"/>
    <dgm:cxn modelId="{6E8D3E65-9D01-4E13-B908-2075D37428E9}" type="presParOf" srcId="{71E5C911-9F14-48D2-A352-839E4F43E375}" destId="{FE134FBA-4391-42E4-93C1-6B44F268FE6A}" srcOrd="0" destOrd="0" presId="urn:microsoft.com/office/officeart/2018/5/layout/IconLeafLabelList"/>
    <dgm:cxn modelId="{AE9F1B3D-A8CC-4B00-8380-9819D370E6C1}" type="presParOf" srcId="{71E5C911-9F14-48D2-A352-839E4F43E375}" destId="{AAC88F48-4B1E-4CE1-8C1B-12CDF1E298D2}" srcOrd="1" destOrd="0" presId="urn:microsoft.com/office/officeart/2018/5/layout/IconLeafLabelList"/>
    <dgm:cxn modelId="{AE40720E-6FBA-469C-AAE4-A4FB632C2952}" type="presParOf" srcId="{71E5C911-9F14-48D2-A352-839E4F43E375}" destId="{07509654-3BDD-4605-90C0-988AD0DA2703}" srcOrd="2" destOrd="0" presId="urn:microsoft.com/office/officeart/2018/5/layout/IconLeafLabelList"/>
    <dgm:cxn modelId="{5F765F89-C347-43F3-919C-29DF84CB05FC}" type="presParOf" srcId="{71E5C911-9F14-48D2-A352-839E4F43E375}" destId="{D35B1C23-7759-414D-8DA8-03F5826A81B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FDCCE-C9FE-4E1F-80B0-330E1ABCEDD6}">
      <dsp:nvSpPr>
        <dsp:cNvPr id="0" name=""/>
        <dsp:cNvSpPr/>
      </dsp:nvSpPr>
      <dsp:spPr>
        <a:xfrm>
          <a:off x="679655" y="109912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930827-72E1-4D9D-945F-F906C64D7AE5}">
      <dsp:nvSpPr>
        <dsp:cNvPr id="0" name=""/>
        <dsp:cNvSpPr/>
      </dsp:nvSpPr>
      <dsp:spPr>
        <a:xfrm>
          <a:off x="913655" y="133312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D0DB8-D651-48DE-A147-AD253C8587C2}">
      <dsp:nvSpPr>
        <dsp:cNvPr id="0" name=""/>
        <dsp:cNvSpPr/>
      </dsp:nvSpPr>
      <dsp:spPr>
        <a:xfrm>
          <a:off x="226766" y="2539128"/>
          <a:ext cx="2003778" cy="746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Introduction (dataset overview)</a:t>
          </a:r>
        </a:p>
      </dsp:txBody>
      <dsp:txXfrm>
        <a:off x="226766" y="2539128"/>
        <a:ext cx="2003778" cy="746917"/>
      </dsp:txXfrm>
    </dsp:sp>
    <dsp:sp modelId="{73208261-67B2-4437-B20F-0A7D46BCCE4D}">
      <dsp:nvSpPr>
        <dsp:cNvPr id="0" name=""/>
        <dsp:cNvSpPr/>
      </dsp:nvSpPr>
      <dsp:spPr>
        <a:xfrm>
          <a:off x="3067544" y="109912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2B5E65-841A-477D-A7C9-A780B2486A28}">
      <dsp:nvSpPr>
        <dsp:cNvPr id="0" name=""/>
        <dsp:cNvSpPr/>
      </dsp:nvSpPr>
      <dsp:spPr>
        <a:xfrm>
          <a:off x="3301544" y="133312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F8D68-6A80-4CB4-A329-86C4B8C87CD0}">
      <dsp:nvSpPr>
        <dsp:cNvPr id="0" name=""/>
        <dsp:cNvSpPr/>
      </dsp:nvSpPr>
      <dsp:spPr>
        <a:xfrm>
          <a:off x="2545544" y="2539128"/>
          <a:ext cx="2142000" cy="746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Related Works (previous studies)</a:t>
          </a:r>
        </a:p>
      </dsp:txBody>
      <dsp:txXfrm>
        <a:off x="2545544" y="2539128"/>
        <a:ext cx="2142000" cy="746917"/>
      </dsp:txXfrm>
    </dsp:sp>
    <dsp:sp modelId="{3CCB47FD-2970-497D-BE76-F735A4B22286}">
      <dsp:nvSpPr>
        <dsp:cNvPr id="0" name=""/>
        <dsp:cNvSpPr/>
      </dsp:nvSpPr>
      <dsp:spPr>
        <a:xfrm>
          <a:off x="5353545" y="109912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0F1BBC-6CB0-42B8-8FF2-BCEF6B8E4669}">
      <dsp:nvSpPr>
        <dsp:cNvPr id="0" name=""/>
        <dsp:cNvSpPr/>
      </dsp:nvSpPr>
      <dsp:spPr>
        <a:xfrm>
          <a:off x="5587545" y="133312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667A6-9FA1-42C9-BD71-50114EDC4D20}">
      <dsp:nvSpPr>
        <dsp:cNvPr id="0" name=""/>
        <dsp:cNvSpPr/>
      </dsp:nvSpPr>
      <dsp:spPr>
        <a:xfrm>
          <a:off x="5002545" y="2539128"/>
          <a:ext cx="1800000" cy="746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Method</a:t>
          </a:r>
        </a:p>
      </dsp:txBody>
      <dsp:txXfrm>
        <a:off x="5002545" y="2539128"/>
        <a:ext cx="1800000" cy="746917"/>
      </dsp:txXfrm>
    </dsp:sp>
    <dsp:sp modelId="{E5BF3DBF-55CC-4A22-86E7-3A0AE2928B6D}">
      <dsp:nvSpPr>
        <dsp:cNvPr id="0" name=""/>
        <dsp:cNvSpPr/>
      </dsp:nvSpPr>
      <dsp:spPr>
        <a:xfrm>
          <a:off x="7468545" y="109912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C40F6-DF6F-4E36-A925-87B78702CA9C}">
      <dsp:nvSpPr>
        <dsp:cNvPr id="0" name=""/>
        <dsp:cNvSpPr/>
      </dsp:nvSpPr>
      <dsp:spPr>
        <a:xfrm>
          <a:off x="7702545" y="133312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7290E-95BC-4469-8B75-BEB9C23895BD}">
      <dsp:nvSpPr>
        <dsp:cNvPr id="0" name=""/>
        <dsp:cNvSpPr/>
      </dsp:nvSpPr>
      <dsp:spPr>
        <a:xfrm>
          <a:off x="7117545" y="2539128"/>
          <a:ext cx="1800000" cy="746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Result</a:t>
          </a:r>
        </a:p>
      </dsp:txBody>
      <dsp:txXfrm>
        <a:off x="7117545" y="2539128"/>
        <a:ext cx="1800000" cy="746917"/>
      </dsp:txXfrm>
    </dsp:sp>
    <dsp:sp modelId="{666EDEB7-83D8-457F-AA75-1D8283389F37}">
      <dsp:nvSpPr>
        <dsp:cNvPr id="0" name=""/>
        <dsp:cNvSpPr/>
      </dsp:nvSpPr>
      <dsp:spPr>
        <a:xfrm>
          <a:off x="9583545" y="109912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055A91-E040-4636-813D-013BD31486A4}">
      <dsp:nvSpPr>
        <dsp:cNvPr id="0" name=""/>
        <dsp:cNvSpPr/>
      </dsp:nvSpPr>
      <dsp:spPr>
        <a:xfrm>
          <a:off x="9817545" y="133312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A9160-C70C-4D53-9DD6-04354396CEF1}">
      <dsp:nvSpPr>
        <dsp:cNvPr id="0" name=""/>
        <dsp:cNvSpPr/>
      </dsp:nvSpPr>
      <dsp:spPr>
        <a:xfrm>
          <a:off x="9232545" y="2539128"/>
          <a:ext cx="1800000" cy="746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Discussion</a:t>
          </a:r>
        </a:p>
      </dsp:txBody>
      <dsp:txXfrm>
        <a:off x="9232545" y="2539128"/>
        <a:ext cx="1800000" cy="7469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3DF6C-25F6-4C0C-A905-794A768D55F3}">
      <dsp:nvSpPr>
        <dsp:cNvPr id="0" name=""/>
        <dsp:cNvSpPr/>
      </dsp:nvSpPr>
      <dsp:spPr>
        <a:xfrm>
          <a:off x="2868" y="2022206"/>
          <a:ext cx="2877691" cy="2877691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8369" tIns="60960" rIns="158369" bIns="60960" numCol="1" spcCol="1270" anchor="ctr" anchorCtr="0">
          <a:noAutofit/>
        </a:bodyPr>
        <a:lstStyle/>
        <a:p>
          <a:pPr marL="0" lvl="0" indent="0" algn="ctr" defTabSz="2133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4800" kern="1200" dirty="0"/>
            <a:t>Delta</a:t>
          </a:r>
        </a:p>
        <a:p>
          <a:pPr marL="0" lvl="0" indent="0" algn="ctr" defTabSz="2133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/>
            <a:t>0.5Hz~4Hz</a:t>
          </a:r>
          <a:endParaRPr lang="ko-KR" altLang="en-US" sz="3300" kern="1200" dirty="0"/>
        </a:p>
      </dsp:txBody>
      <dsp:txXfrm>
        <a:off x="424296" y="2443634"/>
        <a:ext cx="2034835" cy="2034835"/>
      </dsp:txXfrm>
    </dsp:sp>
    <dsp:sp modelId="{B022A87B-E84D-4DD9-A93E-FAC41BE7F95F}">
      <dsp:nvSpPr>
        <dsp:cNvPr id="0" name=""/>
        <dsp:cNvSpPr/>
      </dsp:nvSpPr>
      <dsp:spPr>
        <a:xfrm>
          <a:off x="2305021" y="2022206"/>
          <a:ext cx="2877691" cy="2877691"/>
        </a:xfrm>
        <a:prstGeom prst="ellipse">
          <a:avLst/>
        </a:prstGeom>
        <a:solidFill>
          <a:schemeClr val="accent5">
            <a:alpha val="50000"/>
            <a:hueOff val="2003568"/>
            <a:satOff val="-8793"/>
            <a:lumOff val="26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8369" tIns="60960" rIns="158369" bIns="60960" numCol="1" spcCol="1270" anchor="ctr" anchorCtr="0">
          <a:noAutofit/>
        </a:bodyPr>
        <a:lstStyle/>
        <a:p>
          <a:pPr marL="0" lvl="0" indent="0" algn="ctr" defTabSz="2133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4800" kern="1200" dirty="0"/>
            <a:t>Theta</a:t>
          </a:r>
        </a:p>
        <a:p>
          <a:pPr marL="0" lvl="0" indent="0" algn="ctr" defTabSz="2133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/>
            <a:t>4Hz~7Hz</a:t>
          </a:r>
          <a:endParaRPr lang="ko-KR" altLang="en-US" sz="2400" kern="1200" dirty="0"/>
        </a:p>
      </dsp:txBody>
      <dsp:txXfrm>
        <a:off x="2726449" y="2443634"/>
        <a:ext cx="2034835" cy="2034835"/>
      </dsp:txXfrm>
    </dsp:sp>
    <dsp:sp modelId="{CAD3DC04-A76B-4AE5-80D3-01DF124595CC}">
      <dsp:nvSpPr>
        <dsp:cNvPr id="0" name=""/>
        <dsp:cNvSpPr/>
      </dsp:nvSpPr>
      <dsp:spPr>
        <a:xfrm>
          <a:off x="4607174" y="2022206"/>
          <a:ext cx="2877691" cy="2877691"/>
        </a:xfrm>
        <a:prstGeom prst="ellipse">
          <a:avLst/>
        </a:prstGeom>
        <a:solidFill>
          <a:schemeClr val="accent5">
            <a:alpha val="50000"/>
            <a:hueOff val="4007135"/>
            <a:satOff val="-17587"/>
            <a:lumOff val="52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8369" tIns="60960" rIns="158369" bIns="60960" numCol="1" spcCol="1270" anchor="ctr" anchorCtr="0">
          <a:noAutofit/>
        </a:bodyPr>
        <a:lstStyle/>
        <a:p>
          <a:pPr marL="0" lvl="0" indent="0" algn="ctr" defTabSz="2133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4800" kern="1200" dirty="0"/>
            <a:t>Alpha</a:t>
          </a:r>
        </a:p>
        <a:p>
          <a:pPr marL="0" lvl="0" indent="0" algn="ctr" defTabSz="2133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/>
            <a:t>8Hz~13Hz</a:t>
          </a:r>
          <a:endParaRPr lang="ko-KR" altLang="en-US" sz="2400" kern="1200" dirty="0"/>
        </a:p>
      </dsp:txBody>
      <dsp:txXfrm>
        <a:off x="5028602" y="2443634"/>
        <a:ext cx="2034835" cy="2034835"/>
      </dsp:txXfrm>
    </dsp:sp>
    <dsp:sp modelId="{83954C3A-CC24-447A-8867-E4198B74A48D}">
      <dsp:nvSpPr>
        <dsp:cNvPr id="0" name=""/>
        <dsp:cNvSpPr/>
      </dsp:nvSpPr>
      <dsp:spPr>
        <a:xfrm>
          <a:off x="6909327" y="2022206"/>
          <a:ext cx="2877691" cy="2877691"/>
        </a:xfrm>
        <a:prstGeom prst="ellipse">
          <a:avLst/>
        </a:prstGeom>
        <a:solidFill>
          <a:schemeClr val="accent5">
            <a:alpha val="50000"/>
            <a:hueOff val="6010703"/>
            <a:satOff val="-26380"/>
            <a:lumOff val="78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8369" tIns="60960" rIns="158369" bIns="60960" numCol="1" spcCol="1270" anchor="ctr" anchorCtr="0">
          <a:noAutofit/>
        </a:bodyPr>
        <a:lstStyle/>
        <a:p>
          <a:pPr marL="0" lvl="0" indent="0" algn="ctr" defTabSz="2133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4800" kern="1200" dirty="0"/>
            <a:t>Beta</a:t>
          </a:r>
        </a:p>
        <a:p>
          <a:pPr marL="0" lvl="0" indent="0" algn="ctr" defTabSz="2133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/>
            <a:t>14Hz~20Hz</a:t>
          </a:r>
          <a:endParaRPr lang="ko-KR" altLang="en-US" sz="2400" kern="1200" dirty="0"/>
        </a:p>
      </dsp:txBody>
      <dsp:txXfrm>
        <a:off x="7330755" y="2443634"/>
        <a:ext cx="2034835" cy="20348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C9859B-55BC-4D99-B34C-349256CF99C6}">
      <dsp:nvSpPr>
        <dsp:cNvPr id="0" name=""/>
        <dsp:cNvSpPr/>
      </dsp:nvSpPr>
      <dsp:spPr>
        <a:xfrm>
          <a:off x="2975292" y="2950868"/>
          <a:ext cx="2177414" cy="21774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/>
            <a:t>Harmful Brain Activity</a:t>
          </a:r>
          <a:endParaRPr lang="ko-KR" altLang="en-US" sz="3500" kern="1200" dirty="0"/>
        </a:p>
      </dsp:txBody>
      <dsp:txXfrm>
        <a:off x="3294167" y="3269743"/>
        <a:ext cx="1539664" cy="1539664"/>
      </dsp:txXfrm>
    </dsp:sp>
    <dsp:sp modelId="{41257A80-6808-4FE1-B97E-F335BAA2F44E}">
      <dsp:nvSpPr>
        <dsp:cNvPr id="0" name=""/>
        <dsp:cNvSpPr/>
      </dsp:nvSpPr>
      <dsp:spPr>
        <a:xfrm rot="10800000">
          <a:off x="762916" y="3729294"/>
          <a:ext cx="2090695" cy="620563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225C2-F5DC-4079-B319-62824FA84DBF}">
      <dsp:nvSpPr>
        <dsp:cNvPr id="0" name=""/>
        <dsp:cNvSpPr/>
      </dsp:nvSpPr>
      <dsp:spPr>
        <a:xfrm>
          <a:off x="821" y="3429900"/>
          <a:ext cx="1524190" cy="12193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/>
            <a:t>Seizure</a:t>
          </a:r>
          <a:endParaRPr lang="ko-KR" altLang="en-US" sz="3500" kern="1200" dirty="0"/>
        </a:p>
      </dsp:txBody>
      <dsp:txXfrm>
        <a:off x="36535" y="3465614"/>
        <a:ext cx="1452762" cy="1147924"/>
      </dsp:txXfrm>
    </dsp:sp>
    <dsp:sp modelId="{DA45EBCA-4B10-4E00-B239-309FCB90F260}">
      <dsp:nvSpPr>
        <dsp:cNvPr id="0" name=""/>
        <dsp:cNvSpPr/>
      </dsp:nvSpPr>
      <dsp:spPr>
        <a:xfrm rot="12960000">
          <a:off x="1193723" y="2403406"/>
          <a:ext cx="2090695" cy="620563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07444F-9300-4099-8E22-08455D65660D}">
      <dsp:nvSpPr>
        <dsp:cNvPr id="0" name=""/>
        <dsp:cNvSpPr/>
      </dsp:nvSpPr>
      <dsp:spPr>
        <a:xfrm>
          <a:off x="631271" y="1489571"/>
          <a:ext cx="1524190" cy="12193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/>
            <a:t>LPD</a:t>
          </a:r>
          <a:endParaRPr lang="ko-KR" altLang="en-US" sz="3500" kern="1200" dirty="0"/>
        </a:p>
      </dsp:txBody>
      <dsp:txXfrm>
        <a:off x="666985" y="1525285"/>
        <a:ext cx="1452762" cy="1147924"/>
      </dsp:txXfrm>
    </dsp:sp>
    <dsp:sp modelId="{C85F2D85-A3C8-43B7-8CAD-5522D9888DA8}">
      <dsp:nvSpPr>
        <dsp:cNvPr id="0" name=""/>
        <dsp:cNvSpPr/>
      </dsp:nvSpPr>
      <dsp:spPr>
        <a:xfrm rot="15120000">
          <a:off x="2321591" y="1583962"/>
          <a:ext cx="2090695" cy="620563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88251D-45B1-4469-A134-0D7BA7AFB073}">
      <dsp:nvSpPr>
        <dsp:cNvPr id="0" name=""/>
        <dsp:cNvSpPr/>
      </dsp:nvSpPr>
      <dsp:spPr>
        <a:xfrm>
          <a:off x="2281813" y="290383"/>
          <a:ext cx="1524190" cy="12193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altLang="ko-KR" sz="3500" kern="1200" dirty="0"/>
            <a:t>GPD</a:t>
          </a:r>
          <a:endParaRPr lang="ko-KR" altLang="en-US" sz="3500" kern="1200" dirty="0"/>
        </a:p>
      </dsp:txBody>
      <dsp:txXfrm>
        <a:off x="2317527" y="326097"/>
        <a:ext cx="1452762" cy="1147924"/>
      </dsp:txXfrm>
    </dsp:sp>
    <dsp:sp modelId="{33B63B72-1EB6-4C6E-903E-B58BB9DBA421}">
      <dsp:nvSpPr>
        <dsp:cNvPr id="0" name=""/>
        <dsp:cNvSpPr/>
      </dsp:nvSpPr>
      <dsp:spPr>
        <a:xfrm rot="17280000">
          <a:off x="3715713" y="1583962"/>
          <a:ext cx="2090695" cy="620563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6EDFE-C1C8-4935-BB4B-4F90C454BB60}">
      <dsp:nvSpPr>
        <dsp:cNvPr id="0" name=""/>
        <dsp:cNvSpPr/>
      </dsp:nvSpPr>
      <dsp:spPr>
        <a:xfrm>
          <a:off x="4321995" y="290383"/>
          <a:ext cx="1524190" cy="121935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/>
            <a:t>LRDA</a:t>
          </a:r>
          <a:endParaRPr lang="ko-KR" altLang="en-US" sz="3500" kern="1200" dirty="0"/>
        </a:p>
      </dsp:txBody>
      <dsp:txXfrm>
        <a:off x="4357709" y="326097"/>
        <a:ext cx="1452762" cy="1147924"/>
      </dsp:txXfrm>
    </dsp:sp>
    <dsp:sp modelId="{F58E4C67-49A3-4CFF-87F3-D7BAAFF231DA}">
      <dsp:nvSpPr>
        <dsp:cNvPr id="0" name=""/>
        <dsp:cNvSpPr/>
      </dsp:nvSpPr>
      <dsp:spPr>
        <a:xfrm rot="19440000">
          <a:off x="4843580" y="2403406"/>
          <a:ext cx="2090695" cy="620563"/>
        </a:xfrm>
        <a:prstGeom prst="lef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832F7-F9AD-45E4-9398-544176179E85}">
      <dsp:nvSpPr>
        <dsp:cNvPr id="0" name=""/>
        <dsp:cNvSpPr/>
      </dsp:nvSpPr>
      <dsp:spPr>
        <a:xfrm>
          <a:off x="5972537" y="1489571"/>
          <a:ext cx="1524190" cy="121935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/>
            <a:t>GRDA</a:t>
          </a:r>
          <a:endParaRPr lang="ko-KR" altLang="en-US" sz="3500" kern="1200" dirty="0"/>
        </a:p>
      </dsp:txBody>
      <dsp:txXfrm>
        <a:off x="6008251" y="1525285"/>
        <a:ext cx="1452762" cy="1147924"/>
      </dsp:txXfrm>
    </dsp:sp>
    <dsp:sp modelId="{F90F5895-B06C-4042-B1C8-B38AD65931FC}">
      <dsp:nvSpPr>
        <dsp:cNvPr id="0" name=""/>
        <dsp:cNvSpPr/>
      </dsp:nvSpPr>
      <dsp:spPr>
        <a:xfrm>
          <a:off x="5274388" y="3729294"/>
          <a:ext cx="2090695" cy="620563"/>
        </a:xfrm>
        <a:prstGeom prst="lef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89EBC6C4-93EB-4B4F-90BE-4FA77ED5C746}">
      <dsp:nvSpPr>
        <dsp:cNvPr id="0" name=""/>
        <dsp:cNvSpPr/>
      </dsp:nvSpPr>
      <dsp:spPr>
        <a:xfrm>
          <a:off x="6602988" y="3429900"/>
          <a:ext cx="1524190" cy="121935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/>
            <a:t>Others</a:t>
          </a:r>
          <a:endParaRPr lang="ko-KR" altLang="en-US" sz="3500" kern="1200" dirty="0"/>
        </a:p>
      </dsp:txBody>
      <dsp:txXfrm>
        <a:off x="6638702" y="3465614"/>
        <a:ext cx="1452762" cy="11479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BBF07-C87E-4D74-A36B-997287066E5E}">
      <dsp:nvSpPr>
        <dsp:cNvPr id="0" name=""/>
        <dsp:cNvSpPr/>
      </dsp:nvSpPr>
      <dsp:spPr>
        <a:xfrm>
          <a:off x="4877" y="1607785"/>
          <a:ext cx="2839417" cy="1135766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EEG signal preprocessing</a:t>
          </a:r>
          <a:endParaRPr lang="ko-KR" altLang="en-US" sz="2200" kern="1200" dirty="0"/>
        </a:p>
      </dsp:txBody>
      <dsp:txXfrm>
        <a:off x="572760" y="1607785"/>
        <a:ext cx="1703651" cy="1135766"/>
      </dsp:txXfrm>
    </dsp:sp>
    <dsp:sp modelId="{C4EB9157-EE20-4AEF-BDC2-C0260ABEB011}">
      <dsp:nvSpPr>
        <dsp:cNvPr id="0" name=""/>
        <dsp:cNvSpPr/>
      </dsp:nvSpPr>
      <dsp:spPr>
        <a:xfrm>
          <a:off x="2560353" y="1607785"/>
          <a:ext cx="2839417" cy="1135766"/>
        </a:xfrm>
        <a:prstGeom prst="chevron">
          <a:avLst/>
        </a:prstGeom>
        <a:solidFill>
          <a:schemeClr val="accent3">
            <a:hueOff val="142856"/>
            <a:satOff val="-16031"/>
            <a:lumOff val="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Signal to image</a:t>
          </a:r>
          <a:endParaRPr lang="ko-KR" altLang="en-US" sz="2200" kern="1200" dirty="0"/>
        </a:p>
      </dsp:txBody>
      <dsp:txXfrm>
        <a:off x="3128236" y="1607785"/>
        <a:ext cx="1703651" cy="1135766"/>
      </dsp:txXfrm>
    </dsp:sp>
    <dsp:sp modelId="{3CCEB5FA-583F-4AA1-B546-C973839C86AB}">
      <dsp:nvSpPr>
        <dsp:cNvPr id="0" name=""/>
        <dsp:cNvSpPr/>
      </dsp:nvSpPr>
      <dsp:spPr>
        <a:xfrm>
          <a:off x="5115829" y="1607785"/>
          <a:ext cx="2839417" cy="1135766"/>
        </a:xfrm>
        <a:prstGeom prst="chevron">
          <a:avLst/>
        </a:prstGeom>
        <a:solidFill>
          <a:schemeClr val="accent3">
            <a:hueOff val="285712"/>
            <a:satOff val="-32061"/>
            <a:lumOff val="54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CNN</a:t>
          </a:r>
        </a:p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modeling</a:t>
          </a:r>
          <a:endParaRPr lang="ko-KR" altLang="en-US" sz="2200" kern="1200" dirty="0"/>
        </a:p>
      </dsp:txBody>
      <dsp:txXfrm>
        <a:off x="5683712" y="1607785"/>
        <a:ext cx="1703651" cy="1135766"/>
      </dsp:txXfrm>
    </dsp:sp>
    <dsp:sp modelId="{BB555CCE-BEF9-4EC3-A641-B3F73C6E479E}">
      <dsp:nvSpPr>
        <dsp:cNvPr id="0" name=""/>
        <dsp:cNvSpPr/>
      </dsp:nvSpPr>
      <dsp:spPr>
        <a:xfrm>
          <a:off x="7671304" y="1607785"/>
          <a:ext cx="2839417" cy="1135766"/>
        </a:xfrm>
        <a:prstGeom prst="chevron">
          <a:avLst/>
        </a:prstGeom>
        <a:solidFill>
          <a:schemeClr val="accent3">
            <a:hueOff val="428568"/>
            <a:satOff val="-48092"/>
            <a:lumOff val="823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Model training</a:t>
          </a:r>
          <a:endParaRPr lang="ko-KR" altLang="en-US" sz="2200" kern="1200" dirty="0"/>
        </a:p>
      </dsp:txBody>
      <dsp:txXfrm>
        <a:off x="8239187" y="1607785"/>
        <a:ext cx="1703651" cy="11357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0C4B77-3468-42FC-9107-DBE35B4781AE}">
      <dsp:nvSpPr>
        <dsp:cNvPr id="0" name=""/>
        <dsp:cNvSpPr/>
      </dsp:nvSpPr>
      <dsp:spPr>
        <a:xfrm>
          <a:off x="630359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B34E9-ACDE-4BD9-AFD2-224393D48F06}">
      <dsp:nvSpPr>
        <dsp:cNvPr id="0" name=""/>
        <dsp:cNvSpPr/>
      </dsp:nvSpPr>
      <dsp:spPr>
        <a:xfrm>
          <a:off x="899766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552D6-7904-4628-9FCA-E1FFF9AFDC7B}">
      <dsp:nvSpPr>
        <dsp:cNvPr id="0" name=""/>
        <dsp:cNvSpPr/>
      </dsp:nvSpPr>
      <dsp:spPr>
        <a:xfrm>
          <a:off x="226248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Modeling,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RAM usage</a:t>
          </a:r>
        </a:p>
      </dsp:txBody>
      <dsp:txXfrm>
        <a:off x="226248" y="2443382"/>
        <a:ext cx="2072362" cy="720000"/>
      </dsp:txXfrm>
    </dsp:sp>
    <dsp:sp modelId="{DC8F87EF-2C80-4A93-BFB9-C4E72B71618D}">
      <dsp:nvSpPr>
        <dsp:cNvPr id="0" name=""/>
        <dsp:cNvSpPr/>
      </dsp:nvSpPr>
      <dsp:spPr>
        <a:xfrm>
          <a:off x="3408216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E772A-D38F-4A9D-B7AD-E46C6A93DD9F}">
      <dsp:nvSpPr>
        <dsp:cNvPr id="0" name=""/>
        <dsp:cNvSpPr/>
      </dsp:nvSpPr>
      <dsp:spPr>
        <a:xfrm>
          <a:off x="3677623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EA968-A91F-49A0-8D30-E5C711D4209D}">
      <dsp:nvSpPr>
        <dsp:cNvPr id="0" name=""/>
        <dsp:cNvSpPr/>
      </dsp:nvSpPr>
      <dsp:spPr>
        <a:xfrm>
          <a:off x="2661274" y="2443382"/>
          <a:ext cx="27580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Training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-&gt; data balancing</a:t>
          </a:r>
        </a:p>
      </dsp:txBody>
      <dsp:txXfrm>
        <a:off x="2661274" y="2443382"/>
        <a:ext cx="2758024" cy="720000"/>
      </dsp:txXfrm>
    </dsp:sp>
    <dsp:sp modelId="{B2D96F76-56B9-4362-874C-945AD736CB62}">
      <dsp:nvSpPr>
        <dsp:cNvPr id="0" name=""/>
        <dsp:cNvSpPr/>
      </dsp:nvSpPr>
      <dsp:spPr>
        <a:xfrm>
          <a:off x="6186073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B374D-6D66-4025-AB07-6BD2ED692459}">
      <dsp:nvSpPr>
        <dsp:cNvPr id="0" name=""/>
        <dsp:cNvSpPr/>
      </dsp:nvSpPr>
      <dsp:spPr>
        <a:xfrm>
          <a:off x="6455480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F5B5E-EA3C-461C-8045-1E84A122AAC4}">
      <dsp:nvSpPr>
        <dsp:cNvPr id="0" name=""/>
        <dsp:cNvSpPr/>
      </dsp:nvSpPr>
      <dsp:spPr>
        <a:xfrm>
          <a:off x="5781962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Neuroscience</a:t>
          </a:r>
        </a:p>
      </dsp:txBody>
      <dsp:txXfrm>
        <a:off x="5781962" y="2443382"/>
        <a:ext cx="2072362" cy="720000"/>
      </dsp:txXfrm>
    </dsp:sp>
    <dsp:sp modelId="{FE134FBA-4391-42E4-93C1-6B44F268FE6A}">
      <dsp:nvSpPr>
        <dsp:cNvPr id="0" name=""/>
        <dsp:cNvSpPr/>
      </dsp:nvSpPr>
      <dsp:spPr>
        <a:xfrm>
          <a:off x="8621099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C88F48-4B1E-4CE1-8C1B-12CDF1E298D2}">
      <dsp:nvSpPr>
        <dsp:cNvPr id="0" name=""/>
        <dsp:cNvSpPr/>
      </dsp:nvSpPr>
      <dsp:spPr>
        <a:xfrm>
          <a:off x="8890506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B1C23-7759-414D-8DA8-03F5826A81B7}">
      <dsp:nvSpPr>
        <dsp:cNvPr id="0" name=""/>
        <dsp:cNvSpPr/>
      </dsp:nvSpPr>
      <dsp:spPr>
        <a:xfrm>
          <a:off x="8216988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Graph plotting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in python</a:t>
          </a:r>
        </a:p>
      </dsp:txBody>
      <dsp:txXfrm>
        <a:off x="8216988" y="2443382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B790A-B0EE-4823-818F-BF1EE9963A5C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E83CA-2955-4BCC-B359-4C66BB7FD8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732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600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087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143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203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570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71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592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118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07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4DE82-FAAB-4E36-A485-A7A2F6C6B7A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99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4DE82-FAAB-4E36-A485-A7A2F6C6B7A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545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491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07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48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645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264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385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4532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845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9748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581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655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663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6589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5183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927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4241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1948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2612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4396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963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3479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7804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6262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1649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4985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9823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83CA-2955-4BCC-B359-4C66BB7FD8B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890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4DC6E-2C44-A6E3-374A-025783F84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6E8BD2-B7A7-E84C-A450-A6DF6FF41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C9F6C3-CBF7-CC81-98D1-3D00CB4D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6B1117-F845-1201-CEF0-A681FBAE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3B5D37-6B41-998A-7AEF-979FF1FFA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82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5C233-9DDE-83B5-B2DF-41C25068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94DD26-6B68-3A99-FF03-7533CC86B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FEB033-D319-68BB-B71D-BF020E64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5C735A-6035-6009-4503-38592D6A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5D846-E360-F8CD-7F11-7B481C19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97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6AB7B-DAC4-2155-8C62-38B4C11BC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94D4BA-1736-2A90-AF9A-D9B3DB981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272AF4-A56D-9197-C06D-DC52CA00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937606-0506-3B3A-86BB-5E6B20751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703202-1161-F177-E0FA-5563A1E3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869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92CA2-CE18-0EC1-F1C1-5541BFAB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E20FD7-7D4C-1B9E-158C-81A965039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39C1CC-89FD-E5D9-9C6A-A603A84D9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A659-EE13-2B3E-8F83-6EF250C36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93B755-3FDD-1D2A-3266-43DFF183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CB16C2-2923-EAB5-C1E7-A02D5487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31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41F3D-6E2F-1DF4-2AF3-77F8A792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B11C0B-75D5-8EF9-7523-07F5416B2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6BBF1B-3264-6AD3-1213-F2A897716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0D487D-830B-8D23-E343-55B74712C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712A31-EDDB-2EBE-2A3A-FAEE1B4F1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760F9B-E0F8-D9D0-10B7-9181D088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03134A-E1E7-3C81-7458-D2E71694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C87B57-83DD-B9F3-D69D-74C1E3C1E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72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27940-7C3E-4318-C1C9-FE27D4450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A183C8-8EAC-212D-488A-307227B35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15B4F1-8017-666D-65FF-96119F079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A381AC-7389-CF69-208E-6F927F3D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385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6272ED-8762-1B31-699D-4F3AE477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9E220D-EE97-B0C7-2FDB-7F81188DA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CEF1DB-92CF-CC90-756D-E5E5117A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718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B304C-BD71-435A-8D39-B26769DAE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792BF-745D-2393-36A7-71200784D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EC0EE8-6AB2-F4BD-8972-6DBABD25F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B0EF4C-949F-BBD7-F87C-C7CD735D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7FE95F-AABA-0BE4-A492-80FD3969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903BA0-E510-F5F9-9F5B-93BB411A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48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4E8AD-35D2-DB60-EC02-1DB5FDB0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143681-4F8D-F3AF-F134-7532C493B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E0EFBF-6C7E-ACDE-7429-A967AE042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5B14BE-06FE-D72F-F028-AD755AF9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46DA94-DA28-5D53-65F3-9B7315362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A388DB-C8BD-F032-AE69-07836A34B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35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AB7B4C-EB70-8D3D-9338-FAFCC8417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ED6085-5717-B1FD-178F-D6A6D4A4B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D23F1-43B2-8EF7-84AC-8DAE54FC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43F688-D3CC-FB2F-5784-A2B547D0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5F1D43-C548-8BCA-608B-FEBD0167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910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EBA46B-10A7-E191-65E4-E497F8B8D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44797D-83B2-C377-E33F-5455A2E0B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A5336-A81C-3889-8199-A7E5D693B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CE2A45-67B9-F8A0-73D2-EABB3FA97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54EEC2-6A7A-85BE-5596-AAFFEA31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23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0C2E41-D3C9-E31D-AC82-EEDB35144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640701-2EC2-B6DF-4871-88E67D8C8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CC2E92-1CE0-275C-87DE-DEEED6F21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C7217-FCBE-4C59-8864-011110C0BDD0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22E596-C5C2-1A5D-172D-E9F84D516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62F60F-92FB-87EC-FA5F-C568F5FB5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12CF5-49F6-45D1-B685-74CA4B8C3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48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18/10/relationships/comments" Target="../comments/modernComment_105_716EACC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tmp"/><Relationship Id="rId4" Type="http://schemas.openxmlformats.org/officeDocument/2006/relationships/image" Target="../media/image33.tmp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3.png"/><Relationship Id="rId4" Type="http://schemas.openxmlformats.org/officeDocument/2006/relationships/image" Target="../media/image36.png"/><Relationship Id="rId9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m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mp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mp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mp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mp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mp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mp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tmp"/><Relationship Id="rId5" Type="http://schemas.openxmlformats.org/officeDocument/2006/relationships/image" Target="../media/image56.tmp"/><Relationship Id="rId4" Type="http://schemas.openxmlformats.org/officeDocument/2006/relationships/image" Target="../media/image55.tmp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562AA03-8002-45DC-8892-897BE23C1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altLang="ko-KR" sz="8000" dirty="0"/>
              <a:t>Harmful Brain activity Classification</a:t>
            </a:r>
            <a:endParaRPr lang="ko-KR" altLang="en-US" sz="8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628AB-7569-25A6-6017-D8B59B345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 altLang="ko-KR" dirty="0"/>
              <a:t>02216822 </a:t>
            </a:r>
            <a:r>
              <a:rPr lang="en-US" altLang="ko-KR" dirty="0" err="1"/>
              <a:t>Subin</a:t>
            </a:r>
            <a:r>
              <a:rPr lang="en-US" altLang="ko-KR" dirty="0"/>
              <a:t> Hyun</a:t>
            </a:r>
            <a:endParaRPr lang="ko-KR" altLang="en-US" dirty="0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6A09E8-0F50-A20E-6949-E481EF36B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4489751"/>
            <a:ext cx="2102576" cy="1168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en faculty icons | UGent style guide">
            <a:extLst>
              <a:ext uri="{FF2B5EF4-FFF2-40B4-BE49-F238E27FC236}">
                <a16:creationId xmlns:a16="http://schemas.microsoft.com/office/drawing/2014/main" id="{FBD86B71-297D-1340-7B2E-4CF5244E8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216" y="4489751"/>
            <a:ext cx="1453515" cy="116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260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4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C6FAA0F7-10BC-D611-9FF8-4C95F4FA65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9850050"/>
              </p:ext>
            </p:extLst>
          </p:nvPr>
        </p:nvGraphicFramePr>
        <p:xfrm>
          <a:off x="6400800" y="436728"/>
          <a:ext cx="5158096" cy="5879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382A7F3C-3D98-E43F-EFD0-E72E6BDA0C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7676603"/>
              </p:ext>
            </p:extLst>
          </p:nvPr>
        </p:nvGraphicFramePr>
        <p:xfrm>
          <a:off x="566383" y="666907"/>
          <a:ext cx="5370394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873225-9787-8730-DCE3-AA9715FFB715}"/>
              </a:ext>
            </a:extLst>
          </p:cNvPr>
          <p:cNvSpPr txBox="1"/>
          <p:nvPr/>
        </p:nvSpPr>
        <p:spPr>
          <a:xfrm>
            <a:off x="716510" y="6315754"/>
            <a:ext cx="405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 source: Samsung Seoul clinic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78CB5E-BE2B-0CB7-90AE-71B19B0544C0}"/>
              </a:ext>
            </a:extLst>
          </p:cNvPr>
          <p:cNvSpPr txBox="1"/>
          <p:nvPr/>
        </p:nvSpPr>
        <p:spPr>
          <a:xfrm>
            <a:off x="9833212" y="6304846"/>
            <a:ext cx="2079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 source: WHO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E7F1E5-08BB-FF52-5827-30021FF9DBA7}"/>
              </a:ext>
            </a:extLst>
          </p:cNvPr>
          <p:cNvSpPr/>
          <p:nvPr/>
        </p:nvSpPr>
        <p:spPr>
          <a:xfrm>
            <a:off x="1935956" y="1978819"/>
            <a:ext cx="921544" cy="1264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435A22F-7E40-4AB5-D7D0-86830448430B}"/>
              </a:ext>
            </a:extLst>
          </p:cNvPr>
          <p:cNvSpPr/>
          <p:nvPr/>
        </p:nvSpPr>
        <p:spPr>
          <a:xfrm>
            <a:off x="4203032" y="1978818"/>
            <a:ext cx="921544" cy="18430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81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C7379-8A6D-0C71-0C24-A4D7A379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Goal</a:t>
            </a:r>
            <a:endParaRPr lang="ko-KR" altLang="en-US" dirty="0"/>
          </a:p>
        </p:txBody>
      </p:sp>
      <p:sp>
        <p:nvSpPr>
          <p:cNvPr id="10" name="사각형: 둥근 대각선 방향 모서리 9">
            <a:extLst>
              <a:ext uri="{FF2B5EF4-FFF2-40B4-BE49-F238E27FC236}">
                <a16:creationId xmlns:a16="http://schemas.microsoft.com/office/drawing/2014/main" id="{E80A221F-2547-2948-FBD3-E976DF0496D9}"/>
              </a:ext>
            </a:extLst>
          </p:cNvPr>
          <p:cNvSpPr/>
          <p:nvPr/>
        </p:nvSpPr>
        <p:spPr>
          <a:xfrm>
            <a:off x="939034" y="1674397"/>
            <a:ext cx="1083342" cy="937959"/>
          </a:xfrm>
          <a:prstGeom prst="round2DiagRect">
            <a:avLst/>
          </a:prstGeom>
          <a:solidFill>
            <a:schemeClr val="accent2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직사각형 11" descr="머리 안의 뇌 단색으로 채워진">
            <a:extLst>
              <a:ext uri="{FF2B5EF4-FFF2-40B4-BE49-F238E27FC236}">
                <a16:creationId xmlns:a16="http://schemas.microsoft.com/office/drawing/2014/main" id="{5DDA8368-48C7-97B6-22C2-576190C0F1E5}"/>
              </a:ext>
            </a:extLst>
          </p:cNvPr>
          <p:cNvSpPr/>
          <p:nvPr/>
        </p:nvSpPr>
        <p:spPr>
          <a:xfrm>
            <a:off x="1085542" y="1748217"/>
            <a:ext cx="790324" cy="790320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ko-KR" altLang="en-US" dirty="0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4043C5ED-501F-6A65-5ABF-EF7EA2538127}"/>
              </a:ext>
            </a:extLst>
          </p:cNvPr>
          <p:cNvSpPr/>
          <p:nvPr/>
        </p:nvSpPr>
        <p:spPr>
          <a:xfrm>
            <a:off x="2522559" y="1674397"/>
            <a:ext cx="8239225" cy="937959"/>
          </a:xfrm>
          <a:custGeom>
            <a:avLst/>
            <a:gdLst>
              <a:gd name="connsiteX0" fmla="*/ 0 w 9730353"/>
              <a:gd name="connsiteY0" fmla="*/ 0 h 937959"/>
              <a:gd name="connsiteX1" fmla="*/ 9730353 w 9730353"/>
              <a:gd name="connsiteY1" fmla="*/ 0 h 937959"/>
              <a:gd name="connsiteX2" fmla="*/ 9730353 w 9730353"/>
              <a:gd name="connsiteY2" fmla="*/ 937959 h 937959"/>
              <a:gd name="connsiteX3" fmla="*/ 0 w 9730353"/>
              <a:gd name="connsiteY3" fmla="*/ 937959 h 937959"/>
              <a:gd name="connsiteX4" fmla="*/ 0 w 9730353"/>
              <a:gd name="connsiteY4" fmla="*/ 0 h 93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0353" h="937959">
                <a:moveTo>
                  <a:pt x="0" y="0"/>
                </a:moveTo>
                <a:lnTo>
                  <a:pt x="9730353" y="0"/>
                </a:lnTo>
                <a:lnTo>
                  <a:pt x="9730353" y="937959"/>
                </a:lnTo>
                <a:lnTo>
                  <a:pt x="0" y="9379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267" tIns="99267" rIns="99267" bIns="99267" numCol="1" spcCol="1270" anchor="ctr" anchorCtr="0">
            <a:noAutofit/>
          </a:bodyPr>
          <a:lstStyle/>
          <a:p>
            <a:pPr marL="0" lvl="0" indent="0" algn="l" defTabSz="12446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>
                <a:latin typeface="+mj-lt"/>
              </a:rPr>
              <a:t>Classify harmful brain activity patterns</a:t>
            </a:r>
          </a:p>
        </p:txBody>
      </p:sp>
      <p:sp>
        <p:nvSpPr>
          <p:cNvPr id="18" name="사각형: 둥근 대각선 방향 모서리 17">
            <a:extLst>
              <a:ext uri="{FF2B5EF4-FFF2-40B4-BE49-F238E27FC236}">
                <a16:creationId xmlns:a16="http://schemas.microsoft.com/office/drawing/2014/main" id="{A925A766-8CCE-A7EA-C88A-4B7D8F962A11}"/>
              </a:ext>
            </a:extLst>
          </p:cNvPr>
          <p:cNvSpPr/>
          <p:nvPr/>
        </p:nvSpPr>
        <p:spPr>
          <a:xfrm>
            <a:off x="939034" y="2846846"/>
            <a:ext cx="1083342" cy="937959"/>
          </a:xfrm>
          <a:prstGeom prst="round2DiagRect">
            <a:avLst/>
          </a:prstGeom>
          <a:solidFill>
            <a:schemeClr val="accent3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 dirty="0"/>
          </a:p>
        </p:txBody>
      </p:sp>
      <p:sp>
        <p:nvSpPr>
          <p:cNvPr id="20" name="직사각형 19" descr="하트 윤곽선">
            <a:extLst>
              <a:ext uri="{FF2B5EF4-FFF2-40B4-BE49-F238E27FC236}">
                <a16:creationId xmlns:a16="http://schemas.microsoft.com/office/drawing/2014/main" id="{F31CC494-DE31-30E2-4CED-64D898501029}"/>
              </a:ext>
            </a:extLst>
          </p:cNvPr>
          <p:cNvSpPr/>
          <p:nvPr/>
        </p:nvSpPr>
        <p:spPr>
          <a:xfrm>
            <a:off x="1085542" y="2920666"/>
            <a:ext cx="790324" cy="7903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37813"/>
              <a:satOff val="4346"/>
              <a:lumOff val="-346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ko-KR" altLang="en-US" dirty="0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30D13042-9815-BE51-B417-CDF3B2B450E5}"/>
              </a:ext>
            </a:extLst>
          </p:cNvPr>
          <p:cNvSpPr/>
          <p:nvPr/>
        </p:nvSpPr>
        <p:spPr>
          <a:xfrm>
            <a:off x="2522559" y="2846846"/>
            <a:ext cx="8239225" cy="937959"/>
          </a:xfrm>
          <a:custGeom>
            <a:avLst/>
            <a:gdLst>
              <a:gd name="connsiteX0" fmla="*/ 0 w 9730353"/>
              <a:gd name="connsiteY0" fmla="*/ 0 h 937959"/>
              <a:gd name="connsiteX1" fmla="*/ 9730353 w 9730353"/>
              <a:gd name="connsiteY1" fmla="*/ 0 h 937959"/>
              <a:gd name="connsiteX2" fmla="*/ 9730353 w 9730353"/>
              <a:gd name="connsiteY2" fmla="*/ 937959 h 937959"/>
              <a:gd name="connsiteX3" fmla="*/ 0 w 9730353"/>
              <a:gd name="connsiteY3" fmla="*/ 937959 h 937959"/>
              <a:gd name="connsiteX4" fmla="*/ 0 w 9730353"/>
              <a:gd name="connsiteY4" fmla="*/ 0 h 93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0353" h="937959">
                <a:moveTo>
                  <a:pt x="0" y="0"/>
                </a:moveTo>
                <a:lnTo>
                  <a:pt x="9730353" y="0"/>
                </a:lnTo>
                <a:lnTo>
                  <a:pt x="9730353" y="937959"/>
                </a:lnTo>
                <a:lnTo>
                  <a:pt x="0" y="9379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267" tIns="99267" rIns="99267" bIns="99267" numCol="1" spcCol="1270" anchor="ctr" anchorCtr="0">
            <a:noAutofit/>
          </a:bodyPr>
          <a:lstStyle/>
          <a:p>
            <a:pPr marL="0" lvl="0" indent="0" algn="l" defTabSz="12446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>
                <a:latin typeface="+mj-lt"/>
              </a:rPr>
              <a:t>Early diagnosis of cerebral diseases</a:t>
            </a:r>
          </a:p>
        </p:txBody>
      </p:sp>
      <p:sp>
        <p:nvSpPr>
          <p:cNvPr id="36" name="사각형: 둥근 대각선 방향 모서리 35">
            <a:extLst>
              <a:ext uri="{FF2B5EF4-FFF2-40B4-BE49-F238E27FC236}">
                <a16:creationId xmlns:a16="http://schemas.microsoft.com/office/drawing/2014/main" id="{CD40FFCD-B356-EFD4-3DF4-E3519267BF41}"/>
              </a:ext>
            </a:extLst>
          </p:cNvPr>
          <p:cNvSpPr/>
          <p:nvPr/>
        </p:nvSpPr>
        <p:spPr>
          <a:xfrm>
            <a:off x="939034" y="4019295"/>
            <a:ext cx="1083342" cy="937959"/>
          </a:xfrm>
          <a:prstGeom prst="round2DiagRect">
            <a:avLst/>
          </a:prstGeom>
          <a:solidFill>
            <a:schemeClr val="accent4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7" name="직사각형 36" descr="화폐 단색으로 채워진">
            <a:extLst>
              <a:ext uri="{FF2B5EF4-FFF2-40B4-BE49-F238E27FC236}">
                <a16:creationId xmlns:a16="http://schemas.microsoft.com/office/drawing/2014/main" id="{1FC8FE96-99E7-97E8-57C7-929C58370BD8}"/>
              </a:ext>
            </a:extLst>
          </p:cNvPr>
          <p:cNvSpPr/>
          <p:nvPr/>
        </p:nvSpPr>
        <p:spPr>
          <a:xfrm>
            <a:off x="1085542" y="4093115"/>
            <a:ext cx="790324" cy="79032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75626"/>
              <a:satOff val="8693"/>
              <a:lumOff val="-6929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070D80A3-4E25-CCFC-BFE1-AB3AC8E9F464}"/>
              </a:ext>
            </a:extLst>
          </p:cNvPr>
          <p:cNvSpPr/>
          <p:nvPr/>
        </p:nvSpPr>
        <p:spPr>
          <a:xfrm>
            <a:off x="2522559" y="4019295"/>
            <a:ext cx="8239225" cy="937959"/>
          </a:xfrm>
          <a:custGeom>
            <a:avLst/>
            <a:gdLst>
              <a:gd name="connsiteX0" fmla="*/ 0 w 9730353"/>
              <a:gd name="connsiteY0" fmla="*/ 0 h 937959"/>
              <a:gd name="connsiteX1" fmla="*/ 9730353 w 9730353"/>
              <a:gd name="connsiteY1" fmla="*/ 0 h 937959"/>
              <a:gd name="connsiteX2" fmla="*/ 9730353 w 9730353"/>
              <a:gd name="connsiteY2" fmla="*/ 937959 h 937959"/>
              <a:gd name="connsiteX3" fmla="*/ 0 w 9730353"/>
              <a:gd name="connsiteY3" fmla="*/ 937959 h 937959"/>
              <a:gd name="connsiteX4" fmla="*/ 0 w 9730353"/>
              <a:gd name="connsiteY4" fmla="*/ 0 h 93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0353" h="937959">
                <a:moveTo>
                  <a:pt x="0" y="0"/>
                </a:moveTo>
                <a:lnTo>
                  <a:pt x="9730353" y="0"/>
                </a:lnTo>
                <a:lnTo>
                  <a:pt x="9730353" y="937959"/>
                </a:lnTo>
                <a:lnTo>
                  <a:pt x="0" y="9379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267" tIns="99267" rIns="99267" bIns="99267" numCol="1" spcCol="1270" anchor="ctr" anchorCtr="0">
            <a:noAutofit/>
          </a:bodyPr>
          <a:lstStyle/>
          <a:p>
            <a:pPr marL="0" lvl="0" indent="0" algn="l" defTabSz="12446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>
                <a:latin typeface="+mj-lt"/>
              </a:rPr>
              <a:t>Reduce the cost and time of EEG test</a:t>
            </a:r>
          </a:p>
        </p:txBody>
      </p:sp>
      <p:sp>
        <p:nvSpPr>
          <p:cNvPr id="39" name="사각형: 둥근 대각선 방향 모서리 38">
            <a:extLst>
              <a:ext uri="{FF2B5EF4-FFF2-40B4-BE49-F238E27FC236}">
                <a16:creationId xmlns:a16="http://schemas.microsoft.com/office/drawing/2014/main" id="{FFAB2D6E-92AD-7501-4C49-3B0766EB3CDA}"/>
              </a:ext>
            </a:extLst>
          </p:cNvPr>
          <p:cNvSpPr/>
          <p:nvPr/>
        </p:nvSpPr>
        <p:spPr>
          <a:xfrm>
            <a:off x="939034" y="5191744"/>
            <a:ext cx="1083342" cy="937959"/>
          </a:xfrm>
          <a:prstGeom prst="round2DiagRect">
            <a:avLst/>
          </a:prstGeom>
          <a:solidFill>
            <a:schemeClr val="accent5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4370F1-0133-D2D5-A67B-5908AB3AA927}"/>
              </a:ext>
            </a:extLst>
          </p:cNvPr>
          <p:cNvSpPr/>
          <p:nvPr/>
        </p:nvSpPr>
        <p:spPr>
          <a:xfrm>
            <a:off x="1085542" y="5265564"/>
            <a:ext cx="790324" cy="790320"/>
          </a:xfrm>
          <a:prstGeom prst="rect">
            <a:avLst/>
          </a:prstGeom>
          <a:blipFill>
            <a:blip r:embed="rId9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113439"/>
              <a:satOff val="13039"/>
              <a:lumOff val="-10393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0B8CC114-B42C-6AEE-0C9B-33E4A4FDB8AB}"/>
              </a:ext>
            </a:extLst>
          </p:cNvPr>
          <p:cNvSpPr/>
          <p:nvPr/>
        </p:nvSpPr>
        <p:spPr>
          <a:xfrm>
            <a:off x="2522559" y="5191744"/>
            <a:ext cx="8239225" cy="937959"/>
          </a:xfrm>
          <a:custGeom>
            <a:avLst/>
            <a:gdLst>
              <a:gd name="connsiteX0" fmla="*/ 0 w 9730353"/>
              <a:gd name="connsiteY0" fmla="*/ 0 h 937959"/>
              <a:gd name="connsiteX1" fmla="*/ 9730353 w 9730353"/>
              <a:gd name="connsiteY1" fmla="*/ 0 h 937959"/>
              <a:gd name="connsiteX2" fmla="*/ 9730353 w 9730353"/>
              <a:gd name="connsiteY2" fmla="*/ 937959 h 937959"/>
              <a:gd name="connsiteX3" fmla="*/ 0 w 9730353"/>
              <a:gd name="connsiteY3" fmla="*/ 937959 h 937959"/>
              <a:gd name="connsiteX4" fmla="*/ 0 w 9730353"/>
              <a:gd name="connsiteY4" fmla="*/ 0 h 93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0353" h="937959">
                <a:moveTo>
                  <a:pt x="0" y="0"/>
                </a:moveTo>
                <a:lnTo>
                  <a:pt x="9730353" y="0"/>
                </a:lnTo>
                <a:lnTo>
                  <a:pt x="9730353" y="937959"/>
                </a:lnTo>
                <a:lnTo>
                  <a:pt x="0" y="9379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267" tIns="99267" rIns="99267" bIns="99267" numCol="1" spcCol="1270" anchor="ctr" anchorCtr="0">
            <a:noAutofit/>
          </a:bodyPr>
          <a:lstStyle/>
          <a:p>
            <a:pPr marL="0" lvl="0" indent="0" algn="l" defTabSz="12446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>
                <a:latin typeface="+mj-lt"/>
              </a:rPr>
              <a:t>Reduce the number of experts needed in EEG analysis</a:t>
            </a:r>
          </a:p>
        </p:txBody>
      </p:sp>
    </p:spTree>
    <p:extLst>
      <p:ext uri="{BB962C8B-B14F-4D97-AF65-F5344CB8AC3E}">
        <p14:creationId xmlns:p14="http://schemas.microsoft.com/office/powerpoint/2010/main" val="320224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DCE8EC-6D83-1E09-A912-C319A753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altLang="ko-KR" sz="4000"/>
              <a:t>Index</a:t>
            </a:r>
            <a:endParaRPr lang="ko-KR" altLang="en-US" sz="4000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DEC9D71C-2BFC-FD47-4368-BE6FE0F62C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3717315"/>
              </p:ext>
            </p:extLst>
          </p:nvPr>
        </p:nvGraphicFramePr>
        <p:xfrm>
          <a:off x="466344" y="1622434"/>
          <a:ext cx="11259312" cy="4385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89424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077912E-E0D0-B3AA-5760-A45BC4A4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overview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0BB2F6-C1F8-01C0-7B60-F092F2FB5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9290" y="4619624"/>
            <a:ext cx="4578413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 latinLnBrk="0"/>
            <a:r>
              <a:rPr lang="en-US" altLang="ko-KR" sz="2200" dirty="0">
                <a:solidFill>
                  <a:schemeClr val="tx1"/>
                </a:solidFill>
              </a:rPr>
              <a:t>Comprehension of metadata and preprocessing</a:t>
            </a:r>
            <a:endParaRPr lang="en-US" altLang="ko-KR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03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Train metadata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38018059-8466-3691-C677-AE1CFE2CD6F4}"/>
              </a:ext>
            </a:extLst>
          </p:cNvPr>
          <p:cNvSpPr/>
          <p:nvPr/>
        </p:nvSpPr>
        <p:spPr>
          <a:xfrm>
            <a:off x="6095999" y="3936355"/>
            <a:ext cx="1108653" cy="716507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 descr="텍스트, 스크린샷, 폰트, 메뉴이(가) 표시된 사진&#10;&#10;자동 생성된 설명">
            <a:extLst>
              <a:ext uri="{FF2B5EF4-FFF2-40B4-BE49-F238E27FC236}">
                <a16:creationId xmlns:a16="http://schemas.microsoft.com/office/drawing/2014/main" id="{2512BABD-E141-AC22-FE38-C5D65D9FB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309" y="1858251"/>
            <a:ext cx="4667759" cy="4872716"/>
          </a:xfrm>
          <a:prstGeom prst="rect">
            <a:avLst/>
          </a:prstGeom>
        </p:spPr>
      </p:pic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4C6789FE-1A40-E066-56B7-0DDC939CF1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32" y="1858251"/>
            <a:ext cx="5791134" cy="487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F87B0-1587-0E35-8F5D-A71185B440C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/>
          <a:lstStyle/>
          <a:p>
            <a:r>
              <a:rPr lang="en-US" altLang="ko-KR" dirty="0"/>
              <a:t>Electroencephalogram (EEG)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E49314-E63E-18CA-FAD9-C0747CC04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04017" cy="643255"/>
          </a:xfrm>
        </p:spPr>
        <p:txBody>
          <a:bodyPr/>
          <a:lstStyle/>
          <a:p>
            <a:r>
              <a:rPr lang="en-US" altLang="ko-KR"/>
              <a:t>Captures the electrical signal from neural cells</a:t>
            </a:r>
          </a:p>
          <a:p>
            <a:endParaRPr lang="ko-KR" altLang="en-US" dirty="0"/>
          </a:p>
        </p:txBody>
      </p:sp>
      <p:pic>
        <p:nvPicPr>
          <p:cNvPr id="3074" name="Picture 2" descr="Eeg - 무료 과학 기술개 아이콘">
            <a:extLst>
              <a:ext uri="{FF2B5EF4-FFF2-40B4-BE49-F238E27FC236}">
                <a16:creationId xmlns:a16="http://schemas.microsoft.com/office/drawing/2014/main" id="{FCFB5E06-CEBA-78D3-8DF4-94E893468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318" y="1915656"/>
            <a:ext cx="1847443" cy="184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B5992DC-D557-A56E-D62C-7D8312B2D7AC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텍스트, 스크린샷, 폰트, 메뉴이(가) 표시된 사진&#10;&#10;자동 생성된 설명">
            <a:extLst>
              <a:ext uri="{FF2B5EF4-FFF2-40B4-BE49-F238E27FC236}">
                <a16:creationId xmlns:a16="http://schemas.microsoft.com/office/drawing/2014/main" id="{A0435F52-F0B0-65EF-27EF-8D4D706E53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98"/>
          <a:stretch/>
        </p:blipFill>
        <p:spPr>
          <a:xfrm>
            <a:off x="6438880" y="4087170"/>
            <a:ext cx="4914920" cy="2297831"/>
          </a:xfrm>
          <a:prstGeom prst="rect">
            <a:avLst/>
          </a:prstGeom>
        </p:spPr>
      </p:pic>
      <p:pic>
        <p:nvPicPr>
          <p:cNvPr id="11" name="그림 10" descr="텍스트, 스크린샷, 폰트, 메뉴이(가) 표시된 사진&#10;&#10;자동 생성된 설명">
            <a:extLst>
              <a:ext uri="{FF2B5EF4-FFF2-40B4-BE49-F238E27FC236}">
                <a16:creationId xmlns:a16="http://schemas.microsoft.com/office/drawing/2014/main" id="{B7ADE524-CA7F-034F-7793-AD5FDC1225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01"/>
          <a:stretch/>
        </p:blipFill>
        <p:spPr>
          <a:xfrm>
            <a:off x="838200" y="2539181"/>
            <a:ext cx="4914920" cy="384582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E5C561-8C32-12D3-47FD-0C9E278BA57D}"/>
              </a:ext>
            </a:extLst>
          </p:cNvPr>
          <p:cNvSpPr/>
          <p:nvPr/>
        </p:nvSpPr>
        <p:spPr>
          <a:xfrm>
            <a:off x="1371600" y="2570327"/>
            <a:ext cx="3794078" cy="1939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AA65C0-A90D-0A4A-83FF-5512086D9B1E}"/>
              </a:ext>
            </a:extLst>
          </p:cNvPr>
          <p:cNvSpPr/>
          <p:nvPr/>
        </p:nvSpPr>
        <p:spPr>
          <a:xfrm>
            <a:off x="1596790" y="4489487"/>
            <a:ext cx="3919184" cy="1939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B555BE-84C5-E596-6FDC-0FFF826A48BE}"/>
              </a:ext>
            </a:extLst>
          </p:cNvPr>
          <p:cNvSpPr/>
          <p:nvPr/>
        </p:nvSpPr>
        <p:spPr>
          <a:xfrm>
            <a:off x="7170035" y="4136622"/>
            <a:ext cx="3794078" cy="1939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195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Spectrogram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31154-57E0-60A4-6910-4299E4D0F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05745" cy="4747113"/>
          </a:xfrm>
        </p:spPr>
        <p:txBody>
          <a:bodyPr>
            <a:normAutofit/>
          </a:bodyPr>
          <a:lstStyle/>
          <a:p>
            <a:r>
              <a:rPr lang="en-US" altLang="ko-KR" dirty="0"/>
              <a:t>Assembled data of EEG</a:t>
            </a:r>
          </a:p>
          <a:p>
            <a:r>
              <a:rPr lang="en-US" altLang="ko-KR" dirty="0"/>
              <a:t>Columns based on the location index of EEG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Match with EEG series by using the metadata of the dataset</a:t>
            </a:r>
            <a:endParaRPr lang="ko-KR" altLang="en-US" dirty="0"/>
          </a:p>
        </p:txBody>
      </p:sp>
      <p:pic>
        <p:nvPicPr>
          <p:cNvPr id="4" name="Picture 2" descr="원, 텍스트, 그림, 도표이(가) 표시된 사진&#10;&#10;자동 생성된 설명">
            <a:extLst>
              <a:ext uri="{FF2B5EF4-FFF2-40B4-BE49-F238E27FC236}">
                <a16:creationId xmlns:a16="http://schemas.microsoft.com/office/drawing/2014/main" id="{E8D38D28-2CD1-2F40-1B60-227C257F6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" b="-2"/>
          <a:stretch/>
        </p:blipFill>
        <p:spPr bwMode="auto">
          <a:xfrm>
            <a:off x="5844129" y="2482787"/>
            <a:ext cx="6009855" cy="369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964ED2C-1E14-EFE4-A2CD-09799203C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39268"/>
            <a:ext cx="4733960" cy="198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72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DFAB472C-1B83-FC43-B77B-9E0EC20DE637}"/>
              </a:ext>
            </a:extLst>
          </p:cNvPr>
          <p:cNvGraphicFramePr/>
          <p:nvPr/>
        </p:nvGraphicFramePr>
        <p:xfrm>
          <a:off x="1201056" y="515259"/>
          <a:ext cx="9789887" cy="6922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8DD46D74-391F-CCED-0F58-587D2747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General EEG signal classification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897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652EB0E6-EEDA-B992-2CB5-D8F1C12B0B01}"/>
              </a:ext>
            </a:extLst>
          </p:cNvPr>
          <p:cNvGraphicFramePr/>
          <p:nvPr/>
        </p:nvGraphicFramePr>
        <p:xfrm>
          <a:off x="2032000" y="141634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8DD96031-E9EC-DF66-516B-EA0804C7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Harmful pattern classification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602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79860" cy="1325563"/>
          </a:xfrm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Data reliability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7A9D06-2A08-8CF4-5E09-181227321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07" y="1992218"/>
            <a:ext cx="6180872" cy="4521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48E56A-09B1-7FD4-8C84-332B95B69209}"/>
              </a:ext>
            </a:extLst>
          </p:cNvPr>
          <p:cNvSpPr txBox="1"/>
          <p:nvPr/>
        </p:nvSpPr>
        <p:spPr>
          <a:xfrm>
            <a:off x="5622877" y="2709080"/>
            <a:ext cx="151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15461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ACEA3-21EB-C838-3DE0-F10AABE6C406}"/>
              </a:ext>
            </a:extLst>
          </p:cNvPr>
          <p:cNvSpPr txBox="1"/>
          <p:nvPr/>
        </p:nvSpPr>
        <p:spPr>
          <a:xfrm>
            <a:off x="2516306" y="3924518"/>
            <a:ext cx="690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368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F9A14B-5268-C819-E567-E286D05AA19B}"/>
              </a:ext>
            </a:extLst>
          </p:cNvPr>
          <p:cNvSpPr txBox="1"/>
          <p:nvPr/>
        </p:nvSpPr>
        <p:spPr>
          <a:xfrm>
            <a:off x="2516306" y="5120972"/>
            <a:ext cx="690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137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60FFD2C-8A4F-7CD1-E750-B81FA7A5A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865400"/>
              </p:ext>
            </p:extLst>
          </p:nvPr>
        </p:nvGraphicFramePr>
        <p:xfrm>
          <a:off x="8120863" y="1036872"/>
          <a:ext cx="3343702" cy="23372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7320">
                  <a:extLst>
                    <a:ext uri="{9D8B030D-6E8A-4147-A177-3AD203B41FA5}">
                      <a16:colId xmlns:a16="http://schemas.microsoft.com/office/drawing/2014/main" val="4092896574"/>
                    </a:ext>
                  </a:extLst>
                </a:gridCol>
                <a:gridCol w="566382">
                  <a:extLst>
                    <a:ext uri="{9D8B030D-6E8A-4147-A177-3AD203B41FA5}">
                      <a16:colId xmlns:a16="http://schemas.microsoft.com/office/drawing/2014/main" val="2279642648"/>
                    </a:ext>
                  </a:extLst>
                </a:gridCol>
              </a:tblGrid>
              <a:tr h="467441">
                <a:tc>
                  <a:txBody>
                    <a:bodyPr/>
                    <a:lstStyle/>
                    <a:p>
                      <a:pPr fontAlgn="ctr"/>
                      <a:r>
                        <a:rPr lang="nl-BE" b="1" dirty="0">
                          <a:effectLst/>
                        </a:rPr>
                        <a:t>[</a:t>
                      </a:r>
                      <a:r>
                        <a:rPr lang="nl-BE" b="1" dirty="0" err="1">
                          <a:effectLst/>
                        </a:rPr>
                        <a:t>grda_vote</a:t>
                      </a:r>
                      <a:r>
                        <a:rPr lang="nl-BE" b="1" dirty="0">
                          <a:effectLst/>
                        </a:rPr>
                        <a:t>, </a:t>
                      </a:r>
                      <a:r>
                        <a:rPr lang="nl-BE" b="1" dirty="0" err="1">
                          <a:effectLst/>
                          <a:highlight>
                            <a:srgbClr val="FFFF00"/>
                          </a:highlight>
                        </a:rPr>
                        <a:t>other_vote</a:t>
                      </a:r>
                      <a:r>
                        <a:rPr lang="nl-BE" b="1" dirty="0">
                          <a:effectLst/>
                        </a:rPr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dirty="0">
                          <a:effectLst/>
                        </a:rPr>
                        <a:t>137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63017"/>
                  </a:ext>
                </a:extLst>
              </a:tr>
              <a:tr h="467441">
                <a:tc>
                  <a:txBody>
                    <a:bodyPr/>
                    <a:lstStyle/>
                    <a:p>
                      <a:pPr fontAlgn="ctr"/>
                      <a:r>
                        <a:rPr lang="nl-BE" b="1" dirty="0">
                          <a:effectLst/>
                        </a:rPr>
                        <a:t>[</a:t>
                      </a:r>
                      <a:r>
                        <a:rPr lang="nl-BE" b="1" dirty="0" err="1">
                          <a:effectLst/>
                        </a:rPr>
                        <a:t>lpd_vote</a:t>
                      </a:r>
                      <a:r>
                        <a:rPr lang="nl-BE" b="1" dirty="0">
                          <a:effectLst/>
                        </a:rPr>
                        <a:t>, </a:t>
                      </a:r>
                      <a:r>
                        <a:rPr lang="nl-BE" b="1" dirty="0" err="1">
                          <a:effectLst/>
                          <a:highlight>
                            <a:srgbClr val="FFFF00"/>
                          </a:highlight>
                        </a:rPr>
                        <a:t>other_vote</a:t>
                      </a:r>
                      <a:r>
                        <a:rPr lang="nl-BE" b="1" dirty="0">
                          <a:effectLst/>
                        </a:rPr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dirty="0">
                          <a:effectLst/>
                        </a:rPr>
                        <a:t>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504269"/>
                  </a:ext>
                </a:extLst>
              </a:tr>
              <a:tr h="467441">
                <a:tc>
                  <a:txBody>
                    <a:bodyPr/>
                    <a:lstStyle/>
                    <a:p>
                      <a:pPr fontAlgn="ctr"/>
                      <a:r>
                        <a:rPr lang="nl-BE" b="1" dirty="0">
                          <a:effectLst/>
                        </a:rPr>
                        <a:t>[</a:t>
                      </a:r>
                      <a:r>
                        <a:rPr lang="nl-BE" b="1" dirty="0" err="1">
                          <a:effectLst/>
                        </a:rPr>
                        <a:t>gpd_vote</a:t>
                      </a:r>
                      <a:r>
                        <a:rPr lang="nl-BE" b="1" dirty="0">
                          <a:effectLst/>
                        </a:rPr>
                        <a:t>, </a:t>
                      </a:r>
                      <a:r>
                        <a:rPr lang="nl-BE" b="1" dirty="0" err="1">
                          <a:effectLst/>
                          <a:highlight>
                            <a:srgbClr val="FFFF00"/>
                          </a:highlight>
                        </a:rPr>
                        <a:t>other_vote</a:t>
                      </a:r>
                      <a:r>
                        <a:rPr lang="nl-BE" b="1" dirty="0">
                          <a:effectLst/>
                        </a:rPr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>
                          <a:effectLst/>
                        </a:rPr>
                        <a:t>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691354"/>
                  </a:ext>
                </a:extLst>
              </a:tr>
              <a:tr h="467441">
                <a:tc>
                  <a:txBody>
                    <a:bodyPr/>
                    <a:lstStyle/>
                    <a:p>
                      <a:pPr fontAlgn="ctr"/>
                      <a:r>
                        <a:rPr lang="nl-BE" b="1" dirty="0">
                          <a:effectLst/>
                        </a:rPr>
                        <a:t>[</a:t>
                      </a:r>
                      <a:r>
                        <a:rPr lang="nl-BE" b="1" dirty="0" err="1">
                          <a:effectLst/>
                        </a:rPr>
                        <a:t>lrda_vote</a:t>
                      </a:r>
                      <a:r>
                        <a:rPr lang="nl-BE" b="1" dirty="0">
                          <a:effectLst/>
                        </a:rPr>
                        <a:t>, </a:t>
                      </a:r>
                      <a:r>
                        <a:rPr lang="nl-BE" b="1" dirty="0" err="1">
                          <a:effectLst/>
                          <a:highlight>
                            <a:srgbClr val="FFFF00"/>
                          </a:highlight>
                        </a:rPr>
                        <a:t>other_vote</a:t>
                      </a:r>
                      <a:r>
                        <a:rPr lang="nl-BE" b="1" dirty="0">
                          <a:effectLst/>
                        </a:rPr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>
                          <a:effectLst/>
                        </a:rPr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567976"/>
                  </a:ext>
                </a:extLst>
              </a:tr>
              <a:tr h="467441">
                <a:tc>
                  <a:txBody>
                    <a:bodyPr/>
                    <a:lstStyle/>
                    <a:p>
                      <a:pPr fontAlgn="ctr"/>
                      <a:r>
                        <a:rPr lang="nl-BE" b="1" dirty="0">
                          <a:effectLst/>
                        </a:rPr>
                        <a:t>[</a:t>
                      </a:r>
                      <a:r>
                        <a:rPr lang="nl-BE" b="1" dirty="0" err="1">
                          <a:effectLst/>
                        </a:rPr>
                        <a:t>seizure_vote</a:t>
                      </a:r>
                      <a:r>
                        <a:rPr lang="nl-BE" b="1" dirty="0">
                          <a:effectLst/>
                        </a:rPr>
                        <a:t>, </a:t>
                      </a:r>
                      <a:r>
                        <a:rPr lang="nl-BE" b="1" dirty="0" err="1">
                          <a:effectLst/>
                          <a:highlight>
                            <a:srgbClr val="FFFF00"/>
                          </a:highlight>
                        </a:rPr>
                        <a:t>other_vote</a:t>
                      </a:r>
                      <a:r>
                        <a:rPr lang="nl-BE" b="1" dirty="0">
                          <a:effectLst/>
                        </a:rPr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dirty="0">
                          <a:effectLst/>
                        </a:rPr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255913"/>
                  </a:ext>
                </a:extLst>
              </a:tr>
            </a:tbl>
          </a:graphicData>
        </a:graphic>
      </p:graphicFrame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C59E323-CD8E-E690-9001-B2CA29BCFEA6}"/>
              </a:ext>
            </a:extLst>
          </p:cNvPr>
          <p:cNvCxnSpPr/>
          <p:nvPr/>
        </p:nvCxnSpPr>
        <p:spPr>
          <a:xfrm flipV="1">
            <a:off x="6530454" y="3160820"/>
            <a:ext cx="1323833" cy="851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3E3446E-9F0E-0294-1D14-3D94B43B0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279258"/>
              </p:ext>
            </p:extLst>
          </p:nvPr>
        </p:nvGraphicFramePr>
        <p:xfrm>
          <a:off x="8168753" y="3672608"/>
          <a:ext cx="3178792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3076">
                  <a:extLst>
                    <a:ext uri="{9D8B030D-6E8A-4147-A177-3AD203B41FA5}">
                      <a16:colId xmlns:a16="http://schemas.microsoft.com/office/drawing/2014/main" val="1110986817"/>
                    </a:ext>
                  </a:extLst>
                </a:gridCol>
                <a:gridCol w="585716">
                  <a:extLst>
                    <a:ext uri="{9D8B030D-6E8A-4147-A177-3AD203B41FA5}">
                      <a16:colId xmlns:a16="http://schemas.microsoft.com/office/drawing/2014/main" val="33586202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nl-BE" b="1">
                          <a:effectLst/>
                        </a:rPr>
                        <a:t>[seizure_vote, lpd_vote]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>
                          <a:effectLst/>
                        </a:rPr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718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nl-BE" b="1">
                          <a:effectLst/>
                        </a:rPr>
                        <a:t>[lpd_vote, gpd_vote]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>
                          <a:effectLst/>
                        </a:rPr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7358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nl-BE" b="1" dirty="0">
                          <a:effectLst/>
                        </a:rPr>
                        <a:t>[</a:t>
                      </a:r>
                      <a:r>
                        <a:rPr lang="nl-BE" b="1" dirty="0" err="1">
                          <a:effectLst/>
                        </a:rPr>
                        <a:t>seizure_vote</a:t>
                      </a:r>
                      <a:r>
                        <a:rPr lang="nl-BE" b="1" dirty="0">
                          <a:effectLst/>
                        </a:rPr>
                        <a:t>, </a:t>
                      </a:r>
                      <a:r>
                        <a:rPr lang="nl-BE" b="1" dirty="0" err="1">
                          <a:effectLst/>
                        </a:rPr>
                        <a:t>gpd_vote</a:t>
                      </a:r>
                      <a:r>
                        <a:rPr lang="nl-BE" b="1" dirty="0">
                          <a:effectLst/>
                        </a:rPr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>
                          <a:effectLst/>
                        </a:rPr>
                        <a:t>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48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nl-BE" b="1">
                          <a:effectLst/>
                        </a:rPr>
                        <a:t>[lpd_vote, lrda_vote]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>
                          <a:effectLst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947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nl-BE" b="1">
                          <a:effectLst/>
                        </a:rPr>
                        <a:t>[gpd_vote, grda_vote]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>
                          <a:effectLst/>
                        </a:rPr>
                        <a:t>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330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nl-BE" b="1">
                          <a:effectLst/>
                        </a:rPr>
                        <a:t>[lrda_vote, grda_vote]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283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nl-BE" b="1">
                          <a:effectLst/>
                        </a:rPr>
                        <a:t>[seizure_vote, grda_vote]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393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nl-BE" b="1">
                          <a:effectLst/>
                        </a:rPr>
                        <a:t>[seizure_vote, lrda_vote]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064953"/>
                  </a:ext>
                </a:extLst>
              </a:tr>
            </a:tbl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9CB5BE4-423B-375F-A1D7-3513AF4BE651}"/>
              </a:ext>
            </a:extLst>
          </p:cNvPr>
          <p:cNvCxnSpPr>
            <a:cxnSpLocks/>
          </p:cNvCxnSpPr>
          <p:nvPr/>
        </p:nvCxnSpPr>
        <p:spPr>
          <a:xfrm flipV="1">
            <a:off x="6610635" y="5056496"/>
            <a:ext cx="1332362" cy="1245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33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Sample figures-idealized case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텍스트, 스크린샷, 다채로움, 폰트이(가) 표시된 사진&#10;&#10;자동 생성된 설명">
            <a:extLst>
              <a:ext uri="{FF2B5EF4-FFF2-40B4-BE49-F238E27FC236}">
                <a16:creationId xmlns:a16="http://schemas.microsoft.com/office/drawing/2014/main" id="{AD9D8C9F-2D56-3661-5E37-8C2180C73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145" y="1803529"/>
            <a:ext cx="9131710" cy="491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65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Sample figures-proto case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FB59AAA2-B3F2-C225-C082-CE001FAAB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433" y="1859817"/>
            <a:ext cx="9043134" cy="484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15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Sample figures-edge case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스크린샷, 라인, 폰트이(가) 표시된 사진&#10;&#10;자동 생성된 설명">
            <a:extLst>
              <a:ext uri="{FF2B5EF4-FFF2-40B4-BE49-F238E27FC236}">
                <a16:creationId xmlns:a16="http://schemas.microsoft.com/office/drawing/2014/main" id="{6B3CDFD6-5949-D43F-1CD9-32A0E1C4C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414" y="1878529"/>
            <a:ext cx="9007171" cy="477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99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05C64-55FD-232C-D0F0-A85AD4E4897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Overall plan for model training &amp; Challenges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6B9810A-8207-417A-B95A-CB691034E8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0610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설명선: 굽은 선 4">
            <a:extLst>
              <a:ext uri="{FF2B5EF4-FFF2-40B4-BE49-F238E27FC236}">
                <a16:creationId xmlns:a16="http://schemas.microsoft.com/office/drawing/2014/main" id="{B00C256E-4577-E850-76B1-A1206F010618}"/>
              </a:ext>
            </a:extLst>
          </p:cNvPr>
          <p:cNvSpPr/>
          <p:nvPr/>
        </p:nvSpPr>
        <p:spPr>
          <a:xfrm>
            <a:off x="8157754" y="2011680"/>
            <a:ext cx="2651760" cy="110381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9719"/>
              <a:gd name="adj6" fmla="val -48637"/>
            </a:avLst>
          </a:prstGeom>
          <a:solidFill>
            <a:srgbClr val="6487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Wavenet</a:t>
            </a:r>
            <a:r>
              <a:rPr lang="en-US" altLang="ko-KR" dirty="0"/>
              <a:t> model</a:t>
            </a:r>
          </a:p>
          <a:p>
            <a:pPr algn="ctr"/>
            <a:r>
              <a:rPr lang="en-US" altLang="ko-KR" dirty="0"/>
              <a:t>(wavelet + CNN)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C1CEFE-F823-1F86-0EA1-FB075573D3A1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설명선: 굽은 선 2">
            <a:extLst>
              <a:ext uri="{FF2B5EF4-FFF2-40B4-BE49-F238E27FC236}">
                <a16:creationId xmlns:a16="http://schemas.microsoft.com/office/drawing/2014/main" id="{50B6CB44-5263-A4C2-2F0B-070A9482A192}"/>
              </a:ext>
            </a:extLst>
          </p:cNvPr>
          <p:cNvSpPr/>
          <p:nvPr/>
        </p:nvSpPr>
        <p:spPr>
          <a:xfrm>
            <a:off x="4563849" y="5303622"/>
            <a:ext cx="2651760" cy="110381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77891"/>
              <a:gd name="adj6" fmla="val -26764"/>
            </a:avLst>
          </a:prstGeom>
          <a:solidFill>
            <a:srgbClr val="4781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EEG-Spectrogram image(using STFT) and graph matching</a:t>
            </a:r>
            <a:endParaRPr lang="ko-KR" altLang="en-US" dirty="0"/>
          </a:p>
        </p:txBody>
      </p:sp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7F9192B2-F258-554C-AAAF-BC6B0DC38F8B}"/>
              </a:ext>
            </a:extLst>
          </p:cNvPr>
          <p:cNvSpPr/>
          <p:nvPr/>
        </p:nvSpPr>
        <p:spPr>
          <a:xfrm>
            <a:off x="9677204" y="5259206"/>
            <a:ext cx="1882450" cy="110381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77891"/>
              <a:gd name="adj6" fmla="val -26764"/>
            </a:avLst>
          </a:prstGeom>
          <a:solidFill>
            <a:srgbClr val="7F8F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Train all the graphs and labels</a:t>
            </a:r>
            <a:endParaRPr lang="ko-KR" altLang="en-US" dirty="0"/>
          </a:p>
        </p:txBody>
      </p:sp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E296F777-EBF7-D1FD-2D85-93A69EF82386}"/>
              </a:ext>
            </a:extLst>
          </p:cNvPr>
          <p:cNvSpPr/>
          <p:nvPr/>
        </p:nvSpPr>
        <p:spPr>
          <a:xfrm>
            <a:off x="2844226" y="2011680"/>
            <a:ext cx="2809442" cy="110381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9719"/>
              <a:gd name="adj6" fmla="val -48637"/>
            </a:avLst>
          </a:prstGeom>
          <a:solidFill>
            <a:srgbClr val="297F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Delete EKG Artifact, different weight to each case (idealized, proto, edge)</a:t>
            </a:r>
            <a:endParaRPr lang="ko-KR" alt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587254F-CBAE-46AD-6810-D18DB80B9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34888" y="1811055"/>
            <a:ext cx="9070075" cy="487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12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0.84909 -0.0148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448" y="-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4909 -0.01482 L 1.78607 0.0034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49" y="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7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077912E-E0D0-B3AA-5760-A45BC4A4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Previous studies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0BB2F6-C1F8-01C0-7B60-F092F2FB5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9290" y="4619624"/>
            <a:ext cx="4578413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 latinLnBrk="0"/>
            <a:r>
              <a:rPr lang="en-US" altLang="ko-KR" sz="2200" dirty="0">
                <a:solidFill>
                  <a:schemeClr val="tx1"/>
                </a:solidFill>
              </a:rPr>
              <a:t>Previous studies related to this project and some references of the idea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200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316F490-5B29-8F34-955A-FD85E849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Others’ solutions in Kaggle competition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BD1B8E6-2120-876A-E89F-1E1C46C40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Team </a:t>
            </a:r>
            <a:r>
              <a:rPr lang="en-US" altLang="ko-KR" dirty="0" err="1"/>
              <a:t>sony</a:t>
            </a:r>
            <a:r>
              <a:rPr lang="en-US" altLang="ko-KR" dirty="0"/>
              <a:t> solution (1</a:t>
            </a:r>
            <a:r>
              <a:rPr lang="en-US" altLang="ko-KR" baseline="30000" dirty="0"/>
              <a:t>st</a:t>
            </a:r>
            <a:r>
              <a:rPr lang="en-US" altLang="ko-KR" dirty="0"/>
              <a:t> place): summarized raw </a:t>
            </a:r>
            <a:r>
              <a:rPr lang="en-US" altLang="ko-KR" dirty="0" err="1"/>
              <a:t>eeg</a:t>
            </a:r>
            <a:r>
              <a:rPr lang="en-US" altLang="ko-KR" dirty="0"/>
              <a:t> by cropping the </a:t>
            </a:r>
            <a:r>
              <a:rPr lang="en-US" altLang="ko-KR" b="1" dirty="0"/>
              <a:t>middle 10,000 frames</a:t>
            </a:r>
            <a:r>
              <a:rPr lang="en-US" altLang="ko-KR" dirty="0"/>
              <a:t>, used 2D model and replaced </a:t>
            </a:r>
            <a:r>
              <a:rPr lang="en-US" altLang="ko-KR" dirty="0" err="1"/>
              <a:t>softmax</a:t>
            </a:r>
            <a:r>
              <a:rPr lang="en-US" altLang="ko-KR" dirty="0"/>
              <a:t> to </a:t>
            </a:r>
            <a:r>
              <a:rPr lang="en-US" altLang="ko-KR" dirty="0" err="1"/>
              <a:t>entmax</a:t>
            </a:r>
            <a:endParaRPr lang="en-US" altLang="ko-KR" dirty="0"/>
          </a:p>
          <a:p>
            <a:r>
              <a:rPr lang="en-US" altLang="ko-KR" dirty="0"/>
              <a:t>Team holiday solution (2</a:t>
            </a:r>
            <a:r>
              <a:rPr lang="en-US" altLang="ko-KR" baseline="30000" dirty="0"/>
              <a:t>nd</a:t>
            </a:r>
            <a:r>
              <a:rPr lang="en-US" altLang="ko-KR" dirty="0"/>
              <a:t> place): different weight for each pattern label, filtered raw signal, </a:t>
            </a:r>
            <a:r>
              <a:rPr lang="en-US" altLang="ko-KR" b="1" dirty="0"/>
              <a:t>3D CNN for spectrum(spectrogram)</a:t>
            </a:r>
            <a:r>
              <a:rPr lang="en-US" altLang="ko-KR" dirty="0"/>
              <a:t>, and 2D CNN for raw </a:t>
            </a:r>
            <a:r>
              <a:rPr lang="en-US" altLang="ko-KR" dirty="0" err="1"/>
              <a:t>eeg</a:t>
            </a:r>
            <a:r>
              <a:rPr lang="en-US" altLang="ko-KR" dirty="0"/>
              <a:t> signal</a:t>
            </a:r>
          </a:p>
          <a:p>
            <a:r>
              <a:rPr lang="en-US" altLang="ko-KR" dirty="0"/>
              <a:t>Team </a:t>
            </a:r>
            <a:r>
              <a:rPr lang="en-US" altLang="ko-KR" dirty="0" err="1"/>
              <a:t>nvidia</a:t>
            </a:r>
            <a:r>
              <a:rPr lang="en-US" altLang="ko-KR" dirty="0"/>
              <a:t> solution (3</a:t>
            </a:r>
            <a:r>
              <a:rPr lang="en-US" altLang="ko-KR" baseline="30000" dirty="0"/>
              <a:t>rd</a:t>
            </a:r>
            <a:r>
              <a:rPr lang="en-US" altLang="ko-KR" dirty="0"/>
              <a:t> place): used solid cross validation, validation data </a:t>
            </a:r>
            <a:r>
              <a:rPr lang="en-US" altLang="ko-KR" b="1" dirty="0"/>
              <a:t>filtered by the number of vote</a:t>
            </a:r>
            <a:r>
              <a:rPr lang="en-US" altLang="ko-KR" dirty="0"/>
              <a:t> (only more than 9), added buffer to raw signals, and mixed 1D/2D CNN models</a:t>
            </a:r>
          </a:p>
          <a:p>
            <a:r>
              <a:rPr lang="en-US" altLang="ko-KR" dirty="0"/>
              <a:t>Team Chris solution (8</a:t>
            </a:r>
            <a:r>
              <a:rPr lang="en-US" altLang="ko-KR" baseline="30000" dirty="0"/>
              <a:t>th</a:t>
            </a:r>
            <a:r>
              <a:rPr lang="en-US" altLang="ko-KR" dirty="0"/>
              <a:t> place): used </a:t>
            </a:r>
            <a:r>
              <a:rPr lang="en-US" altLang="ko-KR" b="1" dirty="0" err="1"/>
              <a:t>Wavenet</a:t>
            </a:r>
            <a:r>
              <a:rPr lang="en-US" altLang="ko-KR" b="1" dirty="0"/>
              <a:t> (Wavelet + CNN) model</a:t>
            </a:r>
            <a:r>
              <a:rPr lang="en-US" altLang="ko-KR" dirty="0"/>
              <a:t>, </a:t>
            </a:r>
            <a:r>
              <a:rPr lang="en-US" altLang="ko-KR" b="1" dirty="0"/>
              <a:t>chained </a:t>
            </a:r>
            <a:r>
              <a:rPr lang="en-US" altLang="ko-KR" b="1" dirty="0" err="1"/>
              <a:t>eeg</a:t>
            </a:r>
            <a:r>
              <a:rPr lang="en-US" altLang="ko-KR" b="1" dirty="0"/>
              <a:t> signals </a:t>
            </a:r>
            <a:r>
              <a:rPr lang="en-US" altLang="ko-KR" dirty="0"/>
              <a:t>and used folding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789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CB4BC-1A54-4DB0-D261-28DFA490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93EE29-B640-2917-835E-FD0BB2277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28829" cy="4926868"/>
          </a:xfrm>
        </p:spPr>
        <p:txBody>
          <a:bodyPr>
            <a:noAutofit/>
          </a:bodyPr>
          <a:lstStyle/>
          <a:p>
            <a:r>
              <a:rPr lang="en-US" altLang="ko-KR" dirty="0"/>
              <a:t>Kaggle notebook “How to make Spectrogram from EEG” by Yannis</a:t>
            </a:r>
          </a:p>
          <a:p>
            <a:r>
              <a:rPr lang="en-US" altLang="ko-KR" dirty="0"/>
              <a:t>Kaggle notebook “EfficientNetB0 Starter”, “</a:t>
            </a:r>
            <a:r>
              <a:rPr lang="en-US" altLang="ko-KR" dirty="0" err="1"/>
              <a:t>Wavenet</a:t>
            </a:r>
            <a:r>
              <a:rPr lang="en-US" altLang="ko-KR" dirty="0"/>
              <a:t> starter” by Chris</a:t>
            </a:r>
          </a:p>
          <a:p>
            <a:r>
              <a:rPr lang="en-US" altLang="ko-KR" dirty="0"/>
              <a:t>Journal references</a:t>
            </a:r>
          </a:p>
          <a:p>
            <a:pPr marL="0" indent="0">
              <a:buNone/>
            </a:pPr>
            <a:r>
              <a:rPr lang="nl-BE" altLang="ko-KR" sz="2400" dirty="0" err="1"/>
              <a:t>Vishal_Kumar</a:t>
            </a:r>
            <a:r>
              <a:rPr lang="nl-BE" altLang="ko-KR" sz="2400" dirty="0"/>
              <a:t>. (2021, December 14). Processing EEG data </a:t>
            </a:r>
            <a:r>
              <a:rPr lang="nl-BE" altLang="ko-KR" sz="2400" dirty="0" err="1"/>
              <a:t>with</a:t>
            </a:r>
            <a:r>
              <a:rPr lang="nl-BE" altLang="ko-KR" sz="2400" dirty="0"/>
              <a:t> python- </a:t>
            </a:r>
            <a:r>
              <a:rPr lang="nl-BE" altLang="ko-KR" sz="2400" dirty="0" err="1"/>
              <a:t>Vishal_Kumar</a:t>
            </a:r>
            <a:r>
              <a:rPr lang="nl-BE" altLang="ko-KR" sz="2400" dirty="0"/>
              <a:t> - 	Medium. </a:t>
            </a:r>
            <a:r>
              <a:rPr lang="nl-BE" altLang="ko-KR" sz="2400" i="1" dirty="0"/>
              <a:t>Medium</a:t>
            </a:r>
            <a:r>
              <a:rPr lang="nl-BE" altLang="ko-KR" sz="2400" dirty="0"/>
              <a:t>. https://medium.com/@vishal.mi19/processing-eeg-data-with 	python-8036fd7336ca</a:t>
            </a:r>
          </a:p>
          <a:p>
            <a:pPr marL="0" indent="0">
              <a:buNone/>
            </a:pPr>
            <a:r>
              <a:rPr lang="nl-BE" altLang="ko-KR" sz="2400" dirty="0"/>
              <a:t>Van Den Oord, A., Dieleman, S., Zen, H., </a:t>
            </a:r>
            <a:r>
              <a:rPr lang="nl-BE" altLang="ko-KR" sz="2400" dirty="0" err="1"/>
              <a:t>Simonyan</a:t>
            </a:r>
            <a:r>
              <a:rPr lang="nl-BE" altLang="ko-KR" sz="2400" dirty="0"/>
              <a:t>, K., </a:t>
            </a:r>
            <a:r>
              <a:rPr lang="nl-BE" altLang="ko-KR" sz="2400" dirty="0" err="1"/>
              <a:t>Vinyals</a:t>
            </a:r>
            <a:r>
              <a:rPr lang="nl-BE" altLang="ko-KR" sz="2400" dirty="0"/>
              <a:t>, O., 	Graves, A., ... &amp; 	</a:t>
            </a:r>
            <a:r>
              <a:rPr lang="nl-BE" altLang="ko-KR" sz="2400" dirty="0" err="1"/>
              <a:t>Kavukcuoglu</a:t>
            </a:r>
            <a:r>
              <a:rPr lang="nl-BE" altLang="ko-KR" sz="2400" dirty="0"/>
              <a:t>, K. (2016). </a:t>
            </a:r>
            <a:r>
              <a:rPr lang="nl-BE" altLang="ko-KR" sz="2400" dirty="0" err="1"/>
              <a:t>Wavenet</a:t>
            </a:r>
            <a:r>
              <a:rPr lang="nl-BE" altLang="ko-KR" sz="2400" dirty="0"/>
              <a:t>: A </a:t>
            </a:r>
            <a:r>
              <a:rPr lang="nl-BE" altLang="ko-KR" sz="2400" dirty="0" err="1"/>
              <a:t>generative</a:t>
            </a:r>
            <a:r>
              <a:rPr lang="nl-BE" altLang="ko-KR" sz="2400" dirty="0"/>
              <a:t> model </a:t>
            </a:r>
            <a:r>
              <a:rPr lang="nl-BE" altLang="ko-KR" sz="2400" dirty="0" err="1"/>
              <a:t>for</a:t>
            </a:r>
            <a:r>
              <a:rPr lang="nl-BE" altLang="ko-KR" sz="2400" dirty="0"/>
              <a:t> </a:t>
            </a:r>
            <a:r>
              <a:rPr lang="nl-BE" altLang="ko-KR" sz="2400" dirty="0" err="1"/>
              <a:t>raw</a:t>
            </a:r>
            <a:r>
              <a:rPr lang="nl-BE" altLang="ko-KR" sz="2400" dirty="0"/>
              <a:t> audio. </a:t>
            </a:r>
            <a:r>
              <a:rPr lang="nl-BE" altLang="ko-KR" sz="2400" dirty="0" err="1"/>
              <a:t>arXiv</a:t>
            </a:r>
            <a:r>
              <a:rPr lang="nl-BE" altLang="ko-KR" sz="2400" dirty="0"/>
              <a:t> 	preprint arXiv:1609.03499, 12.</a:t>
            </a:r>
          </a:p>
          <a:p>
            <a:pPr marL="0" indent="0">
              <a:buNone/>
            </a:pPr>
            <a:r>
              <a:rPr lang="nl-BE" altLang="ko-KR" sz="2400" dirty="0" err="1"/>
              <a:t>Eun</a:t>
            </a:r>
            <a:r>
              <a:rPr lang="nl-BE" altLang="ko-KR" sz="2400" dirty="0"/>
              <a:t>, H. J. (2019). Basics of </a:t>
            </a:r>
            <a:r>
              <a:rPr lang="nl-BE" altLang="ko-KR" sz="2400" dirty="0" err="1"/>
              <a:t>Electroencephalography</a:t>
            </a:r>
            <a:r>
              <a:rPr lang="nl-BE" altLang="ko-KR" sz="2400" dirty="0"/>
              <a:t> </a:t>
            </a:r>
            <a:r>
              <a:rPr lang="nl-BE" altLang="ko-KR" sz="2400" dirty="0" err="1"/>
              <a:t>for</a:t>
            </a:r>
            <a:r>
              <a:rPr lang="nl-BE" altLang="ko-KR" sz="2400" dirty="0"/>
              <a:t> </a:t>
            </a:r>
            <a:r>
              <a:rPr lang="nl-BE" altLang="ko-KR" sz="2400" dirty="0" err="1"/>
              <a:t>Neuropsychiatrist</a:t>
            </a:r>
            <a:r>
              <a:rPr lang="nl-BE" altLang="ko-KR" sz="2400" dirty="0"/>
              <a:t>. 	</a:t>
            </a:r>
            <a:r>
              <a:rPr lang="nl-BE" altLang="ko-KR" sz="2400" i="1" dirty="0"/>
              <a:t>Journal of </a:t>
            </a:r>
            <a:r>
              <a:rPr lang="nl-BE" altLang="ko-KR" sz="2400" i="1" dirty="0" err="1"/>
              <a:t>Korean</a:t>
            </a:r>
            <a:r>
              <a:rPr lang="nl-BE" altLang="ko-KR" sz="2400" i="1" dirty="0"/>
              <a:t> </a:t>
            </a:r>
            <a:r>
              <a:rPr lang="nl-BE" altLang="ko-KR" sz="2400" i="1" dirty="0" err="1"/>
              <a:t>Neuropsychiatric</a:t>
            </a:r>
            <a:r>
              <a:rPr lang="nl-BE" altLang="ko-KR" sz="2400" i="1" dirty="0"/>
              <a:t> Association</a:t>
            </a:r>
            <a:r>
              <a:rPr lang="nl-BE" altLang="ko-KR" sz="2400" dirty="0"/>
              <a:t>, </a:t>
            </a:r>
            <a:r>
              <a:rPr lang="nl-BE" altLang="ko-KR" sz="2400" i="1" dirty="0"/>
              <a:t>58</a:t>
            </a:r>
            <a:r>
              <a:rPr lang="nl-BE" altLang="ko-KR" sz="2400" dirty="0"/>
              <a:t>(2), 76. 	https://doi.org/10.4306/jknpa.2019.58.2.76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1826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77912E-E0D0-B3AA-5760-A45BC4A4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0BB2F6-C1F8-01C0-7B60-F092F2FB5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9290" y="4619624"/>
            <a:ext cx="4578413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 latinLnBrk="0"/>
            <a:r>
              <a:rPr lang="en-US" altLang="ko-KR" sz="2200" dirty="0">
                <a:solidFill>
                  <a:schemeClr val="tx1"/>
                </a:solidFill>
              </a:rPr>
              <a:t>From modeling idea to</a:t>
            </a:r>
          </a:p>
          <a:p>
            <a:pPr algn="r" latinLnBrk="0"/>
            <a:r>
              <a:rPr lang="en-US" altLang="ko-KR" sz="2200" dirty="0">
                <a:solidFill>
                  <a:schemeClr val="tx1"/>
                </a:solidFill>
              </a:rPr>
              <a:t>actual training</a:t>
            </a:r>
            <a:endParaRPr lang="en-US" altLang="ko-KR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22">
            <a:extLst>
              <a:ext uri="{FF2B5EF4-FFF2-40B4-BE49-F238E27FC236}">
                <a16:creationId xmlns:a16="http://schemas.microsoft.com/office/drawing/2014/main" id="{44238535-AD31-31E0-2B21-1DCEA1714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angle 24">
            <a:extLst>
              <a:ext uri="{FF2B5EF4-FFF2-40B4-BE49-F238E27FC236}">
                <a16:creationId xmlns:a16="http://schemas.microsoft.com/office/drawing/2014/main" id="{92A2873F-E80D-9FCA-3BAA-0103A03D1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867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Image plotting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772CF1C-A526-F713-6ADD-E6D99C75CE3E}"/>
              </a:ext>
            </a:extLst>
          </p:cNvPr>
          <p:cNvGrpSpPr/>
          <p:nvPr/>
        </p:nvGrpSpPr>
        <p:grpSpPr>
          <a:xfrm>
            <a:off x="726968" y="4930768"/>
            <a:ext cx="10738064" cy="1342308"/>
            <a:chOff x="838200" y="2055432"/>
            <a:chExt cx="11844030" cy="1480560"/>
          </a:xfrm>
        </p:grpSpPr>
        <p:pic>
          <p:nvPicPr>
            <p:cNvPr id="6" name="그림 5" descr="텍스트, 폰트, 스크린샷, 화이트이(가) 표시된 사진&#10;&#10;자동 생성된 설명">
              <a:extLst>
                <a:ext uri="{FF2B5EF4-FFF2-40B4-BE49-F238E27FC236}">
                  <a16:creationId xmlns:a16="http://schemas.microsoft.com/office/drawing/2014/main" id="{A606ACF8-09C2-F495-474A-75AFB9EDB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075604"/>
              <a:ext cx="6685429" cy="1460388"/>
            </a:xfrm>
            <a:prstGeom prst="rect">
              <a:avLst/>
            </a:prstGeom>
          </p:spPr>
        </p:pic>
        <p:pic>
          <p:nvPicPr>
            <p:cNvPr id="8" name="그림 7" descr="텍스트, 스크린샷, 폰트, 화이트이(가) 표시된 사진&#10;&#10;자동 생성된 설명">
              <a:extLst>
                <a:ext uri="{FF2B5EF4-FFF2-40B4-BE49-F238E27FC236}">
                  <a16:creationId xmlns:a16="http://schemas.microsoft.com/office/drawing/2014/main" id="{FA209895-F638-FCD0-E5F1-EC0DF85DE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629" y="2055432"/>
              <a:ext cx="5158601" cy="1460387"/>
            </a:xfrm>
            <a:prstGeom prst="rect">
              <a:avLst/>
            </a:prstGeom>
          </p:spPr>
        </p:pic>
      </p:grp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771E04D1-499D-DFF2-8A3C-7C5EF74FC9E2}"/>
              </a:ext>
            </a:extLst>
          </p:cNvPr>
          <p:cNvSpPr/>
          <p:nvPr/>
        </p:nvSpPr>
        <p:spPr>
          <a:xfrm>
            <a:off x="5810250" y="6358192"/>
            <a:ext cx="571500" cy="45274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87FAF4DE-124F-FBF0-33FD-D8A2727FA834}"/>
              </a:ext>
            </a:extLst>
          </p:cNvPr>
          <p:cNvSpPr/>
          <p:nvPr/>
        </p:nvSpPr>
        <p:spPr>
          <a:xfrm>
            <a:off x="5810250" y="3752216"/>
            <a:ext cx="571500" cy="45384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 descr="텍스트, 스크린샷, 폰트, 화이트이(가) 표시된 사진&#10;&#10;자동 생성된 설명">
            <a:extLst>
              <a:ext uri="{FF2B5EF4-FFF2-40B4-BE49-F238E27FC236}">
                <a16:creationId xmlns:a16="http://schemas.microsoft.com/office/drawing/2014/main" id="{29607A2C-D33C-C6CD-AA59-9F8027835A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520" y="1888090"/>
            <a:ext cx="8081281" cy="187036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09C386E-A30A-7C28-ACC3-5EF1C8AB6EDC}"/>
              </a:ext>
            </a:extLst>
          </p:cNvPr>
          <p:cNvSpPr/>
          <p:nvPr/>
        </p:nvSpPr>
        <p:spPr>
          <a:xfrm>
            <a:off x="838199" y="1888091"/>
            <a:ext cx="2294966" cy="120473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Train metadata</a:t>
            </a:r>
            <a:endParaRPr lang="ko-KR" altLang="en-US" sz="36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E4AEED2-67CA-9910-A222-D6D29020E7B8}"/>
              </a:ext>
            </a:extLst>
          </p:cNvPr>
          <p:cNvSpPr/>
          <p:nvPr/>
        </p:nvSpPr>
        <p:spPr>
          <a:xfrm>
            <a:off x="838199" y="3130926"/>
            <a:ext cx="2294966" cy="6476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EEG id</a:t>
            </a:r>
            <a:endParaRPr lang="ko-KR" altLang="en-US" sz="36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92EBCE-EFCF-1B45-910B-A43C265FBACE}"/>
              </a:ext>
            </a:extLst>
          </p:cNvPr>
          <p:cNvSpPr/>
          <p:nvPr/>
        </p:nvSpPr>
        <p:spPr>
          <a:xfrm>
            <a:off x="782816" y="4255339"/>
            <a:ext cx="10691059" cy="5682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EEG signal raw data (.parquet file)</a:t>
            </a:r>
            <a:endParaRPr lang="ko-KR" altLang="en-US" sz="36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C870DA-48F7-F08A-BC8E-3E222BF13253}"/>
              </a:ext>
            </a:extLst>
          </p:cNvPr>
          <p:cNvSpPr/>
          <p:nvPr/>
        </p:nvSpPr>
        <p:spPr>
          <a:xfrm>
            <a:off x="3272519" y="1881853"/>
            <a:ext cx="795215" cy="1870363"/>
          </a:xfrm>
          <a:prstGeom prst="rect">
            <a:avLst/>
          </a:prstGeom>
          <a:noFill/>
          <a:ln w="28575">
            <a:solidFill>
              <a:srgbClr val="297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85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Train inputs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A5F1B0-A989-6FB9-AB65-8DCBD8B8E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77" y="2000715"/>
            <a:ext cx="2958649" cy="147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65C1CEF-8774-8080-17FC-255026113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88" y="1992571"/>
            <a:ext cx="2927687" cy="147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56C8283-4D55-67B9-BDAD-18ACEE05D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495" y="3497142"/>
            <a:ext cx="2927687" cy="147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903209E-566B-B4BD-6309-927F6D681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035" y="2000715"/>
            <a:ext cx="2927687" cy="147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331A50D-F3C0-A3EE-E244-9E3CF49EE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88" y="4983801"/>
            <a:ext cx="2927687" cy="147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DA12E61-55B7-3CE9-44C5-AF6720D0E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079" y="3497142"/>
            <a:ext cx="2958649" cy="147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5112AA20-139E-DA84-9F7C-4E0F4ED66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819" y="4982473"/>
            <a:ext cx="2958649" cy="147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FC48A1ED-5E19-0837-24E3-B264F4406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93" y="3497142"/>
            <a:ext cx="2958649" cy="147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8B7C405C-6628-2B74-FDEA-7C52CD6EB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46" y="4982473"/>
            <a:ext cx="2927687" cy="147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47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Modeling-model overview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F0F9B725-5F50-723B-D1CC-684024FFF232}"/>
              </a:ext>
            </a:extLst>
          </p:cNvPr>
          <p:cNvSpPr/>
          <p:nvPr/>
        </p:nvSpPr>
        <p:spPr>
          <a:xfrm>
            <a:off x="7418699" y="3501254"/>
            <a:ext cx="1405720" cy="716507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04CEC5-2516-5EE0-D334-77F534752CD2}"/>
              </a:ext>
            </a:extLst>
          </p:cNvPr>
          <p:cNvSpPr/>
          <p:nvPr/>
        </p:nvSpPr>
        <p:spPr>
          <a:xfrm>
            <a:off x="4625458" y="2825690"/>
            <a:ext cx="3446060" cy="20198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CNN</a:t>
            </a:r>
            <a:r>
              <a:rPr lang="ko-KR" altLang="en-US" sz="3600" dirty="0"/>
              <a:t> </a:t>
            </a:r>
            <a:r>
              <a:rPr lang="en-US" altLang="ko-KR" sz="3600" dirty="0"/>
              <a:t>Model</a:t>
            </a:r>
            <a:endParaRPr lang="ko-KR" altLang="en-US" sz="3600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CCA5C78-88C4-EED4-FD97-674D58E0DE36}"/>
              </a:ext>
            </a:extLst>
          </p:cNvPr>
          <p:cNvSpPr/>
          <p:nvPr/>
        </p:nvSpPr>
        <p:spPr>
          <a:xfrm>
            <a:off x="3752001" y="3501255"/>
            <a:ext cx="1405720" cy="716507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A785E2-CD09-1E5A-1FED-CCA6E1412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876" y="4341348"/>
            <a:ext cx="1610504" cy="80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B50D59C4-E9AB-01FD-643E-487C7A519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30" y="5270893"/>
            <a:ext cx="1593650" cy="80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912E24F0-64E8-3A3D-BF4B-CEA510823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91" y="3718850"/>
            <a:ext cx="1593650" cy="80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6C356A81-19DB-5443-852A-52A29770A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30" y="3411804"/>
            <a:ext cx="1593650" cy="80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>
            <a:extLst>
              <a:ext uri="{FF2B5EF4-FFF2-40B4-BE49-F238E27FC236}">
                <a16:creationId xmlns:a16="http://schemas.microsoft.com/office/drawing/2014/main" id="{DE997EE4-2B44-8DCB-DBC0-FF9E74CFC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02" y="4594282"/>
            <a:ext cx="1593650" cy="80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>
            <a:extLst>
              <a:ext uri="{FF2B5EF4-FFF2-40B4-BE49-F238E27FC236}">
                <a16:creationId xmlns:a16="http://schemas.microsoft.com/office/drawing/2014/main" id="{F91E584E-AC32-5739-AA24-BB3EA3EB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91" y="2843418"/>
            <a:ext cx="1610504" cy="80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0">
            <a:extLst>
              <a:ext uri="{FF2B5EF4-FFF2-40B4-BE49-F238E27FC236}">
                <a16:creationId xmlns:a16="http://schemas.microsoft.com/office/drawing/2014/main" id="{83033B0D-016B-2074-4D4C-8D0156698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75" y="1967986"/>
            <a:ext cx="1610504" cy="80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2">
            <a:extLst>
              <a:ext uri="{FF2B5EF4-FFF2-40B4-BE49-F238E27FC236}">
                <a16:creationId xmlns:a16="http://schemas.microsoft.com/office/drawing/2014/main" id="{CB380BBC-D21C-F23A-1BFE-1AC1ADE0E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30" y="2482260"/>
            <a:ext cx="1593650" cy="80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552EF0-EF37-33AE-A5F5-C5C1B24FB361}"/>
              </a:ext>
            </a:extLst>
          </p:cNvPr>
          <p:cNvSpPr/>
          <p:nvPr/>
        </p:nvSpPr>
        <p:spPr>
          <a:xfrm>
            <a:off x="8900151" y="2517272"/>
            <a:ext cx="2495734" cy="11676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Possibilities</a:t>
            </a:r>
            <a:endParaRPr lang="ko-KR" altLang="en-US" sz="36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BB39F11-F7DD-F762-88E7-E93808C6F7EE}"/>
              </a:ext>
            </a:extLst>
          </p:cNvPr>
          <p:cNvSpPr/>
          <p:nvPr/>
        </p:nvSpPr>
        <p:spPr>
          <a:xfrm>
            <a:off x="8900151" y="3767015"/>
            <a:ext cx="2495734" cy="13918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Pattern Class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917535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6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Modeling-specific structure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04CEC5-2516-5EE0-D334-77F534752CD2}"/>
              </a:ext>
            </a:extLst>
          </p:cNvPr>
          <p:cNvSpPr/>
          <p:nvPr/>
        </p:nvSpPr>
        <p:spPr>
          <a:xfrm>
            <a:off x="782816" y="1896136"/>
            <a:ext cx="4440713" cy="4518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CNN Model</a:t>
            </a:r>
            <a:endParaRPr lang="ko-KR" altLang="en-US" sz="2000" dirty="0"/>
          </a:p>
        </p:txBody>
      </p:sp>
      <p:pic>
        <p:nvPicPr>
          <p:cNvPr id="8" name="그림 7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738C2491-B8AE-1C2D-4F04-B56D5E55B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17" y="2426670"/>
            <a:ext cx="4440714" cy="41667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BFEF231-F085-3B7A-989A-D7E0E69271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91" t="6122" r="66834" b="28897"/>
          <a:stretch/>
        </p:blipFill>
        <p:spPr>
          <a:xfrm>
            <a:off x="5876363" y="1855793"/>
            <a:ext cx="1989225" cy="426262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5899736-AB12-78A5-E4CD-3E541E3713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882" t="26738" r="7733" b="8281"/>
          <a:stretch/>
        </p:blipFill>
        <p:spPr>
          <a:xfrm>
            <a:off x="8518420" y="2492471"/>
            <a:ext cx="2969604" cy="436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65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직사각형 73">
            <a:extLst>
              <a:ext uri="{FF2B5EF4-FFF2-40B4-BE49-F238E27FC236}">
                <a16:creationId xmlns:a16="http://schemas.microsoft.com/office/drawing/2014/main" id="{A0F9B4B9-2E3C-86B3-51D5-7C7E426B7AEB}"/>
              </a:ext>
            </a:extLst>
          </p:cNvPr>
          <p:cNvSpPr/>
          <p:nvPr/>
        </p:nvSpPr>
        <p:spPr>
          <a:xfrm>
            <a:off x="8164895" y="3783559"/>
            <a:ext cx="742672" cy="45296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00BC179-F81D-055F-B3F2-B44D84FE0D27}"/>
              </a:ext>
            </a:extLst>
          </p:cNvPr>
          <p:cNvSpPr/>
          <p:nvPr/>
        </p:nvSpPr>
        <p:spPr>
          <a:xfrm>
            <a:off x="8279457" y="3877560"/>
            <a:ext cx="742672" cy="45296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271428D-DF93-9E89-0829-283A4380A2A4}"/>
              </a:ext>
            </a:extLst>
          </p:cNvPr>
          <p:cNvSpPr/>
          <p:nvPr/>
        </p:nvSpPr>
        <p:spPr>
          <a:xfrm>
            <a:off x="8418194" y="3999777"/>
            <a:ext cx="742672" cy="45296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5E061D3-A0C2-E52B-A785-0ACF48311302}"/>
              </a:ext>
            </a:extLst>
          </p:cNvPr>
          <p:cNvSpPr/>
          <p:nvPr/>
        </p:nvSpPr>
        <p:spPr>
          <a:xfrm>
            <a:off x="8532756" y="4093778"/>
            <a:ext cx="742672" cy="45296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7D79BF4-5DC5-8C1E-0F6F-357BC63831AB}"/>
              </a:ext>
            </a:extLst>
          </p:cNvPr>
          <p:cNvSpPr/>
          <p:nvPr/>
        </p:nvSpPr>
        <p:spPr>
          <a:xfrm>
            <a:off x="8671505" y="4222122"/>
            <a:ext cx="742672" cy="45296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2ED9FA6-4299-954C-698F-CAD0EA2847AB}"/>
              </a:ext>
            </a:extLst>
          </p:cNvPr>
          <p:cNvSpPr/>
          <p:nvPr/>
        </p:nvSpPr>
        <p:spPr>
          <a:xfrm>
            <a:off x="8786067" y="4316123"/>
            <a:ext cx="742672" cy="45296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A89951F-5E9B-B8FA-9FB6-9BDF942BC639}"/>
              </a:ext>
            </a:extLst>
          </p:cNvPr>
          <p:cNvSpPr/>
          <p:nvPr/>
        </p:nvSpPr>
        <p:spPr>
          <a:xfrm>
            <a:off x="8900629" y="4426998"/>
            <a:ext cx="742672" cy="45296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9266EE3-1741-B7EC-C3E8-3A23CB45CD1C}"/>
              </a:ext>
            </a:extLst>
          </p:cNvPr>
          <p:cNvSpPr/>
          <p:nvPr/>
        </p:nvSpPr>
        <p:spPr>
          <a:xfrm>
            <a:off x="9015191" y="4520999"/>
            <a:ext cx="742672" cy="45296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9093106-6927-B28A-61FE-0E93A20FDED5}"/>
              </a:ext>
            </a:extLst>
          </p:cNvPr>
          <p:cNvSpPr/>
          <p:nvPr/>
        </p:nvSpPr>
        <p:spPr>
          <a:xfrm>
            <a:off x="9153928" y="4643216"/>
            <a:ext cx="742672" cy="45296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4C862D2-FDB0-650D-8776-9B051181A786}"/>
              </a:ext>
            </a:extLst>
          </p:cNvPr>
          <p:cNvSpPr/>
          <p:nvPr/>
        </p:nvSpPr>
        <p:spPr>
          <a:xfrm>
            <a:off x="9268490" y="4737217"/>
            <a:ext cx="742672" cy="45296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7F62B98-E835-6F84-E200-F61F64A0E1CB}"/>
              </a:ext>
            </a:extLst>
          </p:cNvPr>
          <p:cNvSpPr/>
          <p:nvPr/>
        </p:nvSpPr>
        <p:spPr>
          <a:xfrm>
            <a:off x="9407239" y="4865561"/>
            <a:ext cx="742672" cy="45296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4678EA5D-AAA9-C5F7-E83C-5654AF50D61B}"/>
              </a:ext>
            </a:extLst>
          </p:cNvPr>
          <p:cNvSpPr/>
          <p:nvPr/>
        </p:nvSpPr>
        <p:spPr>
          <a:xfrm>
            <a:off x="9521801" y="4959562"/>
            <a:ext cx="742672" cy="45296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FCF4B6E-7693-4B02-DA09-0639967CE8CA}"/>
              </a:ext>
            </a:extLst>
          </p:cNvPr>
          <p:cNvSpPr/>
          <p:nvPr/>
        </p:nvSpPr>
        <p:spPr>
          <a:xfrm>
            <a:off x="6710430" y="3978121"/>
            <a:ext cx="854628" cy="52124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308302A-F42A-815C-E304-F90DF526D152}"/>
              </a:ext>
            </a:extLst>
          </p:cNvPr>
          <p:cNvSpPr/>
          <p:nvPr/>
        </p:nvSpPr>
        <p:spPr>
          <a:xfrm>
            <a:off x="6824992" y="4072122"/>
            <a:ext cx="854628" cy="521244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C044EF2-6EF0-C0F2-A24B-8BC15D388E5D}"/>
              </a:ext>
            </a:extLst>
          </p:cNvPr>
          <p:cNvSpPr/>
          <p:nvPr/>
        </p:nvSpPr>
        <p:spPr>
          <a:xfrm>
            <a:off x="6963729" y="4194339"/>
            <a:ext cx="854628" cy="52124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CB63B4D-3B28-5189-94FB-7AEECF199462}"/>
              </a:ext>
            </a:extLst>
          </p:cNvPr>
          <p:cNvSpPr/>
          <p:nvPr/>
        </p:nvSpPr>
        <p:spPr>
          <a:xfrm>
            <a:off x="7078291" y="4288340"/>
            <a:ext cx="854628" cy="521244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D744A88-EEBE-BECE-B105-7E7E68D0506D}"/>
              </a:ext>
            </a:extLst>
          </p:cNvPr>
          <p:cNvSpPr/>
          <p:nvPr/>
        </p:nvSpPr>
        <p:spPr>
          <a:xfrm>
            <a:off x="7217040" y="4416684"/>
            <a:ext cx="854628" cy="52124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5B818A0-976E-861A-23EE-789BE3115A2C}"/>
              </a:ext>
            </a:extLst>
          </p:cNvPr>
          <p:cNvSpPr/>
          <p:nvPr/>
        </p:nvSpPr>
        <p:spPr>
          <a:xfrm>
            <a:off x="7331602" y="4510685"/>
            <a:ext cx="854628" cy="521244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BBD5E00-624A-0D27-2D09-52848140BC90}"/>
              </a:ext>
            </a:extLst>
          </p:cNvPr>
          <p:cNvSpPr/>
          <p:nvPr/>
        </p:nvSpPr>
        <p:spPr>
          <a:xfrm>
            <a:off x="7830548" y="4660410"/>
            <a:ext cx="61916" cy="6266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F94167-3BF9-18A3-3697-CA1EBD2B5BA9}"/>
              </a:ext>
            </a:extLst>
          </p:cNvPr>
          <p:cNvSpPr/>
          <p:nvPr/>
        </p:nvSpPr>
        <p:spPr>
          <a:xfrm>
            <a:off x="3528599" y="3514860"/>
            <a:ext cx="2393562" cy="16845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81777C-D1E8-C0C5-6F92-6265B4DAD1E7}"/>
              </a:ext>
            </a:extLst>
          </p:cNvPr>
          <p:cNvSpPr/>
          <p:nvPr/>
        </p:nvSpPr>
        <p:spPr>
          <a:xfrm>
            <a:off x="3643161" y="3608861"/>
            <a:ext cx="2393562" cy="168452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1CDA29-66B5-6379-AE30-53CA5D940208}"/>
              </a:ext>
            </a:extLst>
          </p:cNvPr>
          <p:cNvSpPr/>
          <p:nvPr/>
        </p:nvSpPr>
        <p:spPr>
          <a:xfrm>
            <a:off x="3781898" y="3731078"/>
            <a:ext cx="2393562" cy="16845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4101A4-9DE6-F37C-661D-5B0C71649ED0}"/>
              </a:ext>
            </a:extLst>
          </p:cNvPr>
          <p:cNvSpPr/>
          <p:nvPr/>
        </p:nvSpPr>
        <p:spPr>
          <a:xfrm>
            <a:off x="3896460" y="3825079"/>
            <a:ext cx="2393562" cy="168452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587B3D-90FF-E6E0-7FE0-C7C292311530}"/>
              </a:ext>
            </a:extLst>
          </p:cNvPr>
          <p:cNvSpPr/>
          <p:nvPr/>
        </p:nvSpPr>
        <p:spPr>
          <a:xfrm>
            <a:off x="4035209" y="3953423"/>
            <a:ext cx="2393562" cy="16845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1F68F59-0419-210D-6C9E-B886FE31D35F}"/>
              </a:ext>
            </a:extLst>
          </p:cNvPr>
          <p:cNvSpPr/>
          <p:nvPr/>
        </p:nvSpPr>
        <p:spPr>
          <a:xfrm>
            <a:off x="4149771" y="4047424"/>
            <a:ext cx="2393562" cy="168452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Modeling-specific structure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A249C7-B1B2-8F9D-69A7-30709AEF94EC}"/>
              </a:ext>
            </a:extLst>
          </p:cNvPr>
          <p:cNvSpPr/>
          <p:nvPr/>
        </p:nvSpPr>
        <p:spPr>
          <a:xfrm>
            <a:off x="830688" y="3440754"/>
            <a:ext cx="2120638" cy="175555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851963-7400-E472-9CB4-EC21804EB2B6}"/>
              </a:ext>
            </a:extLst>
          </p:cNvPr>
          <p:cNvSpPr/>
          <p:nvPr/>
        </p:nvSpPr>
        <p:spPr>
          <a:xfrm>
            <a:off x="945250" y="3534755"/>
            <a:ext cx="2120638" cy="175555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E96F16-C770-41B0-00A7-3174E2015A88}"/>
              </a:ext>
            </a:extLst>
          </p:cNvPr>
          <p:cNvSpPr/>
          <p:nvPr/>
        </p:nvSpPr>
        <p:spPr>
          <a:xfrm>
            <a:off x="1083987" y="3656972"/>
            <a:ext cx="2120638" cy="175555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D34D81-C975-A035-A125-116DE5C8A5A1}"/>
              </a:ext>
            </a:extLst>
          </p:cNvPr>
          <p:cNvSpPr/>
          <p:nvPr/>
        </p:nvSpPr>
        <p:spPr>
          <a:xfrm>
            <a:off x="1198549" y="3750973"/>
            <a:ext cx="2120638" cy="175555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830729-8C99-B5D8-A5F8-5DC12AC50F1E}"/>
              </a:ext>
            </a:extLst>
          </p:cNvPr>
          <p:cNvSpPr/>
          <p:nvPr/>
        </p:nvSpPr>
        <p:spPr>
          <a:xfrm>
            <a:off x="2153482" y="4613617"/>
            <a:ext cx="123816" cy="12530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2469897-D40E-36E1-0A38-A010043C5D95}"/>
              </a:ext>
            </a:extLst>
          </p:cNvPr>
          <p:cNvGrpSpPr/>
          <p:nvPr/>
        </p:nvGrpSpPr>
        <p:grpSpPr>
          <a:xfrm>
            <a:off x="2267401" y="4613030"/>
            <a:ext cx="2207173" cy="240570"/>
            <a:chOff x="1742931" y="4276833"/>
            <a:chExt cx="2207173" cy="240570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3354965-CECA-0B47-3C85-F83CAB5F99BB}"/>
                </a:ext>
              </a:extLst>
            </p:cNvPr>
            <p:cNvCxnSpPr>
              <a:cxnSpLocks/>
            </p:cNvCxnSpPr>
            <p:nvPr/>
          </p:nvCxnSpPr>
          <p:spPr>
            <a:xfrm>
              <a:off x="1742931" y="4276833"/>
              <a:ext cx="2207173" cy="2270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3CF45F5B-BC84-1546-63EE-6A769AC02A81}"/>
                </a:ext>
              </a:extLst>
            </p:cNvPr>
            <p:cNvCxnSpPr>
              <a:cxnSpLocks/>
            </p:cNvCxnSpPr>
            <p:nvPr/>
          </p:nvCxnSpPr>
          <p:spPr>
            <a:xfrm>
              <a:off x="1742931" y="4397411"/>
              <a:ext cx="2207173" cy="1199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F813AFD-38B8-3458-4EC1-15356B3928A0}"/>
              </a:ext>
            </a:extLst>
          </p:cNvPr>
          <p:cNvSpPr/>
          <p:nvPr/>
        </p:nvSpPr>
        <p:spPr>
          <a:xfrm>
            <a:off x="5346552" y="4510685"/>
            <a:ext cx="123816" cy="12530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9C7D03A-B4E6-6228-C8DC-32C486087AB8}"/>
              </a:ext>
            </a:extLst>
          </p:cNvPr>
          <p:cNvGrpSpPr/>
          <p:nvPr/>
        </p:nvGrpSpPr>
        <p:grpSpPr>
          <a:xfrm>
            <a:off x="5456278" y="4515704"/>
            <a:ext cx="2207173" cy="240570"/>
            <a:chOff x="1742931" y="4276833"/>
            <a:chExt cx="2207173" cy="240570"/>
          </a:xfrm>
        </p:grpSpPr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4B3E9BB9-2615-BCA5-B1D0-D43BE5E47783}"/>
                </a:ext>
              </a:extLst>
            </p:cNvPr>
            <p:cNvCxnSpPr>
              <a:cxnSpLocks/>
            </p:cNvCxnSpPr>
            <p:nvPr/>
          </p:nvCxnSpPr>
          <p:spPr>
            <a:xfrm>
              <a:off x="1742931" y="4276833"/>
              <a:ext cx="2207173" cy="2270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A8C29B49-A0C3-F4AF-EF3E-9B7E26F5E1AB}"/>
                </a:ext>
              </a:extLst>
            </p:cNvPr>
            <p:cNvCxnSpPr>
              <a:cxnSpLocks/>
            </p:cNvCxnSpPr>
            <p:nvPr/>
          </p:nvCxnSpPr>
          <p:spPr>
            <a:xfrm>
              <a:off x="1742931" y="4397411"/>
              <a:ext cx="2207173" cy="1199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DF8AAE9-0558-0EEF-E893-2326F9845D26}"/>
              </a:ext>
            </a:extLst>
          </p:cNvPr>
          <p:cNvGrpSpPr/>
          <p:nvPr/>
        </p:nvGrpSpPr>
        <p:grpSpPr>
          <a:xfrm>
            <a:off x="7897525" y="4660223"/>
            <a:ext cx="1346191" cy="119992"/>
            <a:chOff x="1742931" y="4276833"/>
            <a:chExt cx="2207173" cy="240570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AA08DCF3-E273-1CD5-4679-D2CEB769E991}"/>
                </a:ext>
              </a:extLst>
            </p:cNvPr>
            <p:cNvCxnSpPr>
              <a:cxnSpLocks/>
            </p:cNvCxnSpPr>
            <p:nvPr/>
          </p:nvCxnSpPr>
          <p:spPr>
            <a:xfrm>
              <a:off x="1742931" y="4276833"/>
              <a:ext cx="2207173" cy="227024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5E64C414-8E41-BB21-09F5-1EED2794DC3D}"/>
                </a:ext>
              </a:extLst>
            </p:cNvPr>
            <p:cNvCxnSpPr>
              <a:cxnSpLocks/>
            </p:cNvCxnSpPr>
            <p:nvPr/>
          </p:nvCxnSpPr>
          <p:spPr>
            <a:xfrm>
              <a:off x="1742931" y="4397411"/>
              <a:ext cx="2207173" cy="119992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B00D3933-AFDD-5669-9C97-DC297E27A469}"/>
              </a:ext>
            </a:extLst>
          </p:cNvPr>
          <p:cNvCxnSpPr>
            <a:cxnSpLocks/>
          </p:cNvCxnSpPr>
          <p:nvPr/>
        </p:nvCxnSpPr>
        <p:spPr>
          <a:xfrm>
            <a:off x="8900629" y="3787131"/>
            <a:ext cx="1203760" cy="23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20F58A92-34A9-EC55-FEB6-3A2CCB454025}"/>
              </a:ext>
            </a:extLst>
          </p:cNvPr>
          <p:cNvCxnSpPr>
            <a:cxnSpLocks/>
          </p:cNvCxnSpPr>
          <p:nvPr/>
        </p:nvCxnSpPr>
        <p:spPr>
          <a:xfrm flipV="1">
            <a:off x="10766803" y="4800328"/>
            <a:ext cx="313440" cy="10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평행 사변형 96">
            <a:extLst>
              <a:ext uri="{FF2B5EF4-FFF2-40B4-BE49-F238E27FC236}">
                <a16:creationId xmlns:a16="http://schemas.microsoft.com/office/drawing/2014/main" id="{C0D0453B-1EF4-49AB-E80A-D55FD6AF889C}"/>
              </a:ext>
            </a:extLst>
          </p:cNvPr>
          <p:cNvSpPr/>
          <p:nvPr/>
        </p:nvSpPr>
        <p:spPr>
          <a:xfrm rot="20763160" flipH="1">
            <a:off x="10192268" y="3879361"/>
            <a:ext cx="982515" cy="1006983"/>
          </a:xfrm>
          <a:prstGeom prst="parallelogram">
            <a:avLst>
              <a:gd name="adj" fmla="val 8125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평행 사변형 100">
            <a:extLst>
              <a:ext uri="{FF2B5EF4-FFF2-40B4-BE49-F238E27FC236}">
                <a16:creationId xmlns:a16="http://schemas.microsoft.com/office/drawing/2014/main" id="{E30840FD-A269-7777-B164-7667C49777DD}"/>
              </a:ext>
            </a:extLst>
          </p:cNvPr>
          <p:cNvSpPr/>
          <p:nvPr/>
        </p:nvSpPr>
        <p:spPr>
          <a:xfrm rot="20763160" flipH="1">
            <a:off x="10839388" y="4038166"/>
            <a:ext cx="574896" cy="555914"/>
          </a:xfrm>
          <a:prstGeom prst="parallelogram">
            <a:avLst>
              <a:gd name="adj" fmla="val 8125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평행 사변형 102">
            <a:extLst>
              <a:ext uri="{FF2B5EF4-FFF2-40B4-BE49-F238E27FC236}">
                <a16:creationId xmlns:a16="http://schemas.microsoft.com/office/drawing/2014/main" id="{76165D9B-0A0D-E83F-11FE-256AD2449CB8}"/>
              </a:ext>
            </a:extLst>
          </p:cNvPr>
          <p:cNvSpPr/>
          <p:nvPr/>
        </p:nvSpPr>
        <p:spPr>
          <a:xfrm rot="20763160" flipH="1">
            <a:off x="11326395" y="4012354"/>
            <a:ext cx="322273" cy="312477"/>
          </a:xfrm>
          <a:prstGeom prst="parallelogram">
            <a:avLst>
              <a:gd name="adj" fmla="val 8125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6F528494-D77D-804B-FBAD-C1722E7EFD27}"/>
              </a:ext>
            </a:extLst>
          </p:cNvPr>
          <p:cNvCxnSpPr>
            <a:cxnSpLocks/>
          </p:cNvCxnSpPr>
          <p:nvPr/>
        </p:nvCxnSpPr>
        <p:spPr>
          <a:xfrm>
            <a:off x="10282998" y="3978973"/>
            <a:ext cx="490529" cy="1377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103D2D5B-A2F5-A4DE-5760-C36E6C34019A}"/>
              </a:ext>
            </a:extLst>
          </p:cNvPr>
          <p:cNvCxnSpPr>
            <a:cxnSpLocks/>
          </p:cNvCxnSpPr>
          <p:nvPr/>
        </p:nvCxnSpPr>
        <p:spPr>
          <a:xfrm flipV="1">
            <a:off x="11296518" y="4541604"/>
            <a:ext cx="45562" cy="21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CB09CEFE-705E-0840-2676-00F40A9D3024}"/>
              </a:ext>
            </a:extLst>
          </p:cNvPr>
          <p:cNvCxnSpPr>
            <a:cxnSpLocks/>
            <a:endCxn id="103" idx="1"/>
          </p:cNvCxnSpPr>
          <p:nvPr/>
        </p:nvCxnSpPr>
        <p:spPr>
          <a:xfrm flipV="1">
            <a:off x="10901895" y="4047559"/>
            <a:ext cx="424773" cy="37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555FAA83-5C80-F289-8873-C73AB66607AC}"/>
              </a:ext>
            </a:extLst>
          </p:cNvPr>
          <p:cNvCxnSpPr>
            <a:cxnSpLocks/>
          </p:cNvCxnSpPr>
          <p:nvPr/>
        </p:nvCxnSpPr>
        <p:spPr>
          <a:xfrm flipV="1">
            <a:off x="11473421" y="4282902"/>
            <a:ext cx="168250" cy="231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D6BEF355-30D7-E534-EA79-B8A37A07D400}"/>
              </a:ext>
            </a:extLst>
          </p:cNvPr>
          <p:cNvSpPr/>
          <p:nvPr/>
        </p:nvSpPr>
        <p:spPr>
          <a:xfrm>
            <a:off x="830688" y="1896136"/>
            <a:ext cx="8927175" cy="4518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Feature extraction</a:t>
            </a:r>
            <a:endParaRPr lang="ko-KR" altLang="en-US" sz="2000" dirty="0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00D270BC-886C-5C89-A0D3-E9D797D3522B}"/>
              </a:ext>
            </a:extLst>
          </p:cNvPr>
          <p:cNvSpPr/>
          <p:nvPr/>
        </p:nvSpPr>
        <p:spPr>
          <a:xfrm>
            <a:off x="830688" y="2410231"/>
            <a:ext cx="2561134" cy="451808"/>
          </a:xfrm>
          <a:prstGeom prst="rect">
            <a:avLst/>
          </a:prstGeom>
          <a:solidFill>
            <a:srgbClr val="629DD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Convolution 1</a:t>
            </a:r>
            <a:endParaRPr lang="ko-KR" altLang="en-US" sz="2000" dirty="0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D4B13C2-1F8B-3204-6C51-F982FFF5CC99}"/>
              </a:ext>
            </a:extLst>
          </p:cNvPr>
          <p:cNvSpPr/>
          <p:nvPr/>
        </p:nvSpPr>
        <p:spPr>
          <a:xfrm>
            <a:off x="8277290" y="2399531"/>
            <a:ext cx="1475801" cy="451808"/>
          </a:xfrm>
          <a:prstGeom prst="rect">
            <a:avLst/>
          </a:prstGeom>
          <a:solidFill>
            <a:srgbClr val="629DD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Max-Pool 2</a:t>
            </a:r>
            <a:endParaRPr lang="ko-KR" altLang="en-US" sz="2000" dirty="0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2B692C2-F671-A917-D132-81880AFD1B2B}"/>
              </a:ext>
            </a:extLst>
          </p:cNvPr>
          <p:cNvSpPr/>
          <p:nvPr/>
        </p:nvSpPr>
        <p:spPr>
          <a:xfrm>
            <a:off x="3482023" y="2402433"/>
            <a:ext cx="2940922" cy="451808"/>
          </a:xfrm>
          <a:prstGeom prst="rect">
            <a:avLst/>
          </a:prstGeom>
          <a:solidFill>
            <a:srgbClr val="629DD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Max-Pool 1</a:t>
            </a:r>
            <a:endParaRPr lang="ko-KR" altLang="en-US" sz="2000" dirty="0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56F753E4-D563-FB0A-036E-0F4AD70FAFDC}"/>
              </a:ext>
            </a:extLst>
          </p:cNvPr>
          <p:cNvSpPr/>
          <p:nvPr/>
        </p:nvSpPr>
        <p:spPr>
          <a:xfrm>
            <a:off x="6514005" y="2402433"/>
            <a:ext cx="1672225" cy="451808"/>
          </a:xfrm>
          <a:prstGeom prst="rect">
            <a:avLst/>
          </a:prstGeom>
          <a:solidFill>
            <a:srgbClr val="629DD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Convolution 2</a:t>
            </a:r>
            <a:endParaRPr lang="ko-KR" altLang="en-US" sz="20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F0B671E-BEFC-1B97-E853-145DFCB7CB4B}"/>
              </a:ext>
            </a:extLst>
          </p:cNvPr>
          <p:cNvSpPr txBox="1"/>
          <p:nvPr/>
        </p:nvSpPr>
        <p:spPr>
          <a:xfrm>
            <a:off x="1259236" y="5938224"/>
            <a:ext cx="14926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4*480*640</a:t>
            </a:r>
            <a:endParaRPr lang="ko-KR" altLang="en-US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53B033A-39A1-DA4C-CB8D-059CCC9DB6B5}"/>
              </a:ext>
            </a:extLst>
          </p:cNvPr>
          <p:cNvSpPr txBox="1"/>
          <p:nvPr/>
        </p:nvSpPr>
        <p:spPr>
          <a:xfrm>
            <a:off x="4429496" y="5949617"/>
            <a:ext cx="14926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6*476*636</a:t>
            </a:r>
            <a:endParaRPr lang="ko-KR" altLang="en-US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1272417-BB8B-09C2-A165-FCDDC0909E83}"/>
              </a:ext>
            </a:extLst>
          </p:cNvPr>
          <p:cNvSpPr txBox="1"/>
          <p:nvPr/>
        </p:nvSpPr>
        <p:spPr>
          <a:xfrm>
            <a:off x="6759272" y="5949617"/>
            <a:ext cx="14926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6*238*318</a:t>
            </a:r>
            <a:endParaRPr lang="ko-KR" altLang="en-US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70ACCCD-1A5F-37C8-B930-83385AEAA747}"/>
              </a:ext>
            </a:extLst>
          </p:cNvPr>
          <p:cNvSpPr txBox="1"/>
          <p:nvPr/>
        </p:nvSpPr>
        <p:spPr>
          <a:xfrm>
            <a:off x="8418194" y="5963980"/>
            <a:ext cx="14926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16*238*318</a:t>
            </a:r>
            <a:endParaRPr lang="ko-KR" altLang="en-US" dirty="0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ECE5C219-E1F2-CD4B-3849-A00378F1AC49}"/>
              </a:ext>
            </a:extLst>
          </p:cNvPr>
          <p:cNvSpPr/>
          <p:nvPr/>
        </p:nvSpPr>
        <p:spPr>
          <a:xfrm>
            <a:off x="9643289" y="5053571"/>
            <a:ext cx="742672" cy="45296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DC4EDFB9-1EC9-BFCE-C3FC-ACE4A113B115}"/>
              </a:ext>
            </a:extLst>
          </p:cNvPr>
          <p:cNvSpPr/>
          <p:nvPr/>
        </p:nvSpPr>
        <p:spPr>
          <a:xfrm>
            <a:off x="9757851" y="5147572"/>
            <a:ext cx="742672" cy="45296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C7D7CE99-1FA5-5C5F-9F84-8FA49B6C8668}"/>
              </a:ext>
            </a:extLst>
          </p:cNvPr>
          <p:cNvSpPr/>
          <p:nvPr/>
        </p:nvSpPr>
        <p:spPr>
          <a:xfrm>
            <a:off x="9896600" y="5275916"/>
            <a:ext cx="742672" cy="45296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59722770-C60D-1625-0ADB-4D1DBBCE5B86}"/>
              </a:ext>
            </a:extLst>
          </p:cNvPr>
          <p:cNvSpPr/>
          <p:nvPr/>
        </p:nvSpPr>
        <p:spPr>
          <a:xfrm>
            <a:off x="10011162" y="5369917"/>
            <a:ext cx="742672" cy="45296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962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그림 93" descr="스케치, 그림, 도표, 라인이(가) 표시된 사진&#10;&#10;자동 생성된 설명">
            <a:extLst>
              <a:ext uri="{FF2B5EF4-FFF2-40B4-BE49-F238E27FC236}">
                <a16:creationId xmlns:a16="http://schemas.microsoft.com/office/drawing/2014/main" id="{D7A5E68B-5477-998C-A0B1-773123652A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5913"/>
          <a:stretch/>
        </p:blipFill>
        <p:spPr>
          <a:xfrm>
            <a:off x="2810495" y="2795516"/>
            <a:ext cx="6458353" cy="38195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Modeling-specific structure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B00D3933-AFDD-5669-9C97-DC297E27A469}"/>
              </a:ext>
            </a:extLst>
          </p:cNvPr>
          <p:cNvCxnSpPr>
            <a:cxnSpLocks/>
          </p:cNvCxnSpPr>
          <p:nvPr/>
        </p:nvCxnSpPr>
        <p:spPr>
          <a:xfrm>
            <a:off x="-3058531" y="2724281"/>
            <a:ext cx="3316834" cy="6437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20F58A92-34A9-EC55-FEB6-3A2CCB454025}"/>
              </a:ext>
            </a:extLst>
          </p:cNvPr>
          <p:cNvCxnSpPr>
            <a:cxnSpLocks/>
          </p:cNvCxnSpPr>
          <p:nvPr/>
        </p:nvCxnSpPr>
        <p:spPr>
          <a:xfrm flipV="1">
            <a:off x="710292" y="5497511"/>
            <a:ext cx="2255401" cy="17054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평행 사변형 96">
            <a:extLst>
              <a:ext uri="{FF2B5EF4-FFF2-40B4-BE49-F238E27FC236}">
                <a16:creationId xmlns:a16="http://schemas.microsoft.com/office/drawing/2014/main" id="{C0D0453B-1EF4-49AB-E80A-D55FD6AF889C}"/>
              </a:ext>
            </a:extLst>
          </p:cNvPr>
          <p:cNvSpPr/>
          <p:nvPr/>
        </p:nvSpPr>
        <p:spPr>
          <a:xfrm rot="20763160" flipH="1">
            <a:off x="500444" y="2978411"/>
            <a:ext cx="2707217" cy="2774635"/>
          </a:xfrm>
          <a:prstGeom prst="parallelogram">
            <a:avLst>
              <a:gd name="adj" fmla="val 8125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평행 사변형 100">
            <a:extLst>
              <a:ext uri="{FF2B5EF4-FFF2-40B4-BE49-F238E27FC236}">
                <a16:creationId xmlns:a16="http://schemas.microsoft.com/office/drawing/2014/main" id="{E30840FD-A269-7777-B164-7667C49777DD}"/>
              </a:ext>
            </a:extLst>
          </p:cNvPr>
          <p:cNvSpPr/>
          <p:nvPr/>
        </p:nvSpPr>
        <p:spPr>
          <a:xfrm rot="20763160" flipH="1">
            <a:off x="2283515" y="3415981"/>
            <a:ext cx="1584065" cy="1531762"/>
          </a:xfrm>
          <a:prstGeom prst="parallelogram">
            <a:avLst>
              <a:gd name="adj" fmla="val 8125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평행 사변형 102">
            <a:extLst>
              <a:ext uri="{FF2B5EF4-FFF2-40B4-BE49-F238E27FC236}">
                <a16:creationId xmlns:a16="http://schemas.microsoft.com/office/drawing/2014/main" id="{76165D9B-0A0D-E83F-11FE-256AD2449CB8}"/>
              </a:ext>
            </a:extLst>
          </p:cNvPr>
          <p:cNvSpPr/>
          <p:nvPr/>
        </p:nvSpPr>
        <p:spPr>
          <a:xfrm rot="20763160" flipH="1">
            <a:off x="3625412" y="3344859"/>
            <a:ext cx="887989" cy="860997"/>
          </a:xfrm>
          <a:prstGeom prst="parallelogram">
            <a:avLst>
              <a:gd name="adj" fmla="val 8125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6F528494-D77D-804B-FBAD-C1722E7EFD27}"/>
              </a:ext>
            </a:extLst>
          </p:cNvPr>
          <p:cNvCxnSpPr>
            <a:cxnSpLocks/>
          </p:cNvCxnSpPr>
          <p:nvPr/>
        </p:nvCxnSpPr>
        <p:spPr>
          <a:xfrm>
            <a:off x="750441" y="3252881"/>
            <a:ext cx="1351601" cy="3795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103D2D5B-A2F5-A4DE-5760-C36E6C34019A}"/>
              </a:ext>
            </a:extLst>
          </p:cNvPr>
          <p:cNvCxnSpPr>
            <a:cxnSpLocks/>
          </p:cNvCxnSpPr>
          <p:nvPr/>
        </p:nvCxnSpPr>
        <p:spPr>
          <a:xfrm flipV="1">
            <a:off x="3502139" y="4803151"/>
            <a:ext cx="166491" cy="5759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CB09CEFE-705E-0840-2676-00F40A9D3024}"/>
              </a:ext>
            </a:extLst>
          </p:cNvPr>
          <p:cNvCxnSpPr>
            <a:cxnSpLocks/>
            <a:endCxn id="103" idx="1"/>
          </p:cNvCxnSpPr>
          <p:nvPr/>
        </p:nvCxnSpPr>
        <p:spPr>
          <a:xfrm flipV="1">
            <a:off x="2455747" y="3441863"/>
            <a:ext cx="1170417" cy="104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555FAA83-5C80-F289-8873-C73AB66607AC}"/>
              </a:ext>
            </a:extLst>
          </p:cNvPr>
          <p:cNvCxnSpPr>
            <a:cxnSpLocks/>
          </p:cNvCxnSpPr>
          <p:nvPr/>
        </p:nvCxnSpPr>
        <p:spPr>
          <a:xfrm flipV="1">
            <a:off x="4035606" y="4102129"/>
            <a:ext cx="463595" cy="6387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FA13281-15B4-A6EC-3F9B-4D7279D54816}"/>
              </a:ext>
            </a:extLst>
          </p:cNvPr>
          <p:cNvSpPr/>
          <p:nvPr/>
        </p:nvSpPr>
        <p:spPr>
          <a:xfrm>
            <a:off x="9268852" y="1791460"/>
            <a:ext cx="2084948" cy="4518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Distribution</a:t>
            </a:r>
            <a:endParaRPr lang="ko-KR" altLang="en-US" sz="2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07A90E9-D943-A954-67FC-596C6718443E}"/>
              </a:ext>
            </a:extLst>
          </p:cNvPr>
          <p:cNvSpPr/>
          <p:nvPr/>
        </p:nvSpPr>
        <p:spPr>
          <a:xfrm>
            <a:off x="838200" y="1791460"/>
            <a:ext cx="8318412" cy="4518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Classification</a:t>
            </a:r>
            <a:endParaRPr lang="ko-KR" altLang="en-US" sz="2000" dirty="0"/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706BE01B-61DB-97CF-7F2E-34BC252A6225}"/>
              </a:ext>
            </a:extLst>
          </p:cNvPr>
          <p:cNvGrpSpPr/>
          <p:nvPr/>
        </p:nvGrpSpPr>
        <p:grpSpPr>
          <a:xfrm>
            <a:off x="9268850" y="2327892"/>
            <a:ext cx="2084949" cy="4287159"/>
            <a:chOff x="9268850" y="2327892"/>
            <a:chExt cx="2084949" cy="428715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A19F6DD-129A-1788-6700-7BFA994369B9}"/>
                </a:ext>
              </a:extLst>
            </p:cNvPr>
            <p:cNvGrpSpPr/>
            <p:nvPr/>
          </p:nvGrpSpPr>
          <p:grpSpPr>
            <a:xfrm>
              <a:off x="9268850" y="2985299"/>
              <a:ext cx="2084948" cy="540000"/>
              <a:chOff x="821" y="3429900"/>
              <a:chExt cx="1524190" cy="1219352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F5F12B3C-086A-B876-2E95-5E79E5ECE8AA}"/>
                  </a:ext>
                </a:extLst>
              </p:cNvPr>
              <p:cNvSpPr/>
              <p:nvPr/>
            </p:nvSpPr>
            <p:spPr>
              <a:xfrm>
                <a:off x="821" y="3429900"/>
                <a:ext cx="1524190" cy="1219352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사각형: 둥근 모서리 4">
                <a:extLst>
                  <a:ext uri="{FF2B5EF4-FFF2-40B4-BE49-F238E27FC236}">
                    <a16:creationId xmlns:a16="http://schemas.microsoft.com/office/drawing/2014/main" id="{BFC98395-1984-31BF-39C0-E75EAF619DD0}"/>
                  </a:ext>
                </a:extLst>
              </p:cNvPr>
              <p:cNvSpPr txBox="1"/>
              <p:nvPr/>
            </p:nvSpPr>
            <p:spPr>
              <a:xfrm>
                <a:off x="36535" y="3465614"/>
                <a:ext cx="1452762" cy="114792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6675" tIns="66675" rIns="66675" bIns="66675" numCol="1" spcCol="1270" anchor="ctr" anchorCtr="0">
                <a:noAutofit/>
              </a:bodyPr>
              <a:lstStyle/>
              <a:p>
                <a:pPr marL="0" lvl="0" indent="0" algn="ctr" defTabSz="15557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3500" kern="1200" dirty="0"/>
                  <a:t>Seizure</a:t>
                </a:r>
                <a:endParaRPr lang="ko-KR" altLang="en-US" sz="3500" kern="1200" dirty="0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3E2E867-A70A-70BF-2264-3BD4FD8C0CB1}"/>
                </a:ext>
              </a:extLst>
            </p:cNvPr>
            <p:cNvGrpSpPr/>
            <p:nvPr/>
          </p:nvGrpSpPr>
          <p:grpSpPr>
            <a:xfrm>
              <a:off x="9268850" y="3603249"/>
              <a:ext cx="2084948" cy="540000"/>
              <a:chOff x="631271" y="1489571"/>
              <a:chExt cx="1524190" cy="1219352"/>
            </a:xfrm>
            <a:solidFill>
              <a:schemeClr val="tx2">
                <a:lumMod val="40000"/>
                <a:lumOff val="60000"/>
              </a:schemeClr>
            </a:solidFill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D50D695A-BD98-FF8B-C487-93A8F3E3C4ED}"/>
                  </a:ext>
                </a:extLst>
              </p:cNvPr>
              <p:cNvSpPr/>
              <p:nvPr/>
            </p:nvSpPr>
            <p:spPr>
              <a:xfrm>
                <a:off x="631271" y="1489571"/>
                <a:ext cx="1524190" cy="1219352"/>
              </a:xfrm>
              <a:prstGeom prst="roundRect">
                <a:avLst>
                  <a:gd name="adj" fmla="val 10000"/>
                </a:avLst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사각형: 둥근 모서리 6">
                <a:extLst>
                  <a:ext uri="{FF2B5EF4-FFF2-40B4-BE49-F238E27FC236}">
                    <a16:creationId xmlns:a16="http://schemas.microsoft.com/office/drawing/2014/main" id="{E6515034-B6CC-2441-F7AD-C92E368960EF}"/>
                  </a:ext>
                </a:extLst>
              </p:cNvPr>
              <p:cNvSpPr txBox="1"/>
              <p:nvPr/>
            </p:nvSpPr>
            <p:spPr>
              <a:xfrm>
                <a:off x="666985" y="1525285"/>
                <a:ext cx="1452762" cy="1147924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6675" tIns="66675" rIns="66675" bIns="66675" numCol="1" spcCol="1270" anchor="ctr" anchorCtr="0">
                <a:noAutofit/>
              </a:bodyPr>
              <a:lstStyle/>
              <a:p>
                <a:pPr marL="0" lvl="0" indent="0" algn="ctr" defTabSz="15557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3500" kern="1200" dirty="0"/>
                  <a:t>LPD</a:t>
                </a:r>
                <a:endParaRPr lang="ko-KR" altLang="en-US" sz="3500" kern="1200" dirty="0"/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66FDC05-9243-870C-ADB7-54B0AF38BA46}"/>
                </a:ext>
              </a:extLst>
            </p:cNvPr>
            <p:cNvGrpSpPr/>
            <p:nvPr/>
          </p:nvGrpSpPr>
          <p:grpSpPr>
            <a:xfrm>
              <a:off x="9268850" y="4221199"/>
              <a:ext cx="2084948" cy="540000"/>
              <a:chOff x="2281813" y="290383"/>
              <a:chExt cx="1524190" cy="1219352"/>
            </a:xfrm>
          </p:grpSpPr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F82BBCE1-67D1-F812-ADC5-7F8A58282675}"/>
                  </a:ext>
                </a:extLst>
              </p:cNvPr>
              <p:cNvSpPr/>
              <p:nvPr/>
            </p:nvSpPr>
            <p:spPr>
              <a:xfrm>
                <a:off x="2281813" y="290383"/>
                <a:ext cx="1524190" cy="1219352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사각형: 둥근 모서리 8">
                <a:extLst>
                  <a:ext uri="{FF2B5EF4-FFF2-40B4-BE49-F238E27FC236}">
                    <a16:creationId xmlns:a16="http://schemas.microsoft.com/office/drawing/2014/main" id="{52E3BEE4-0BD1-ADB7-B01E-9C565803D1D5}"/>
                  </a:ext>
                </a:extLst>
              </p:cNvPr>
              <p:cNvSpPr txBox="1"/>
              <p:nvPr/>
            </p:nvSpPr>
            <p:spPr>
              <a:xfrm>
                <a:off x="2317527" y="326097"/>
                <a:ext cx="1452762" cy="114792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6675" tIns="66675" rIns="66675" bIns="66675" numCol="1" spcCol="1270" anchor="ctr" anchorCtr="0">
                <a:noAutofit/>
              </a:bodyPr>
              <a:lstStyle/>
              <a:p>
                <a:pPr marL="0" lvl="0" indent="0" algn="ctr" defTabSz="15557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 typeface="Arial" panose="020B0604020202020204" pitchFamily="34" charset="0"/>
                  <a:buNone/>
                </a:pPr>
                <a:r>
                  <a:rPr lang="en-US" altLang="ko-KR" sz="3500" kern="1200" dirty="0"/>
                  <a:t>GPD</a:t>
                </a:r>
                <a:endParaRPr lang="ko-KR" altLang="en-US" sz="3500" kern="1200" dirty="0"/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A26541E-2142-9C3B-0BFE-54DB2D859477}"/>
                </a:ext>
              </a:extLst>
            </p:cNvPr>
            <p:cNvGrpSpPr/>
            <p:nvPr/>
          </p:nvGrpSpPr>
          <p:grpSpPr>
            <a:xfrm>
              <a:off x="9268850" y="4839149"/>
              <a:ext cx="2084948" cy="540000"/>
              <a:chOff x="4321995" y="290383"/>
              <a:chExt cx="1524190" cy="1219352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CA341077-FE53-A733-49EF-3707AF43206B}"/>
                  </a:ext>
                </a:extLst>
              </p:cNvPr>
              <p:cNvSpPr/>
              <p:nvPr/>
            </p:nvSpPr>
            <p:spPr>
              <a:xfrm>
                <a:off x="4321995" y="290383"/>
                <a:ext cx="1524190" cy="1219352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사각형: 둥근 모서리 10">
                <a:extLst>
                  <a:ext uri="{FF2B5EF4-FFF2-40B4-BE49-F238E27FC236}">
                    <a16:creationId xmlns:a16="http://schemas.microsoft.com/office/drawing/2014/main" id="{CC0D6C8B-2638-0B4B-A82E-2BB22E289AD5}"/>
                  </a:ext>
                </a:extLst>
              </p:cNvPr>
              <p:cNvSpPr txBox="1"/>
              <p:nvPr/>
            </p:nvSpPr>
            <p:spPr>
              <a:xfrm>
                <a:off x="4357709" y="326097"/>
                <a:ext cx="1452762" cy="114792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6675" tIns="66675" rIns="66675" bIns="66675" numCol="1" spcCol="1270" anchor="ctr" anchorCtr="0">
                <a:noAutofit/>
              </a:bodyPr>
              <a:lstStyle/>
              <a:p>
                <a:pPr marL="0" lvl="0" indent="0" algn="ctr" defTabSz="15557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3500" kern="1200" dirty="0"/>
                  <a:t>LRDA</a:t>
                </a:r>
                <a:endParaRPr lang="ko-KR" altLang="en-US" sz="3500" kern="1200" dirty="0"/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9CECBF1-0923-6A9A-7C6F-ACB4F5955F68}"/>
                </a:ext>
              </a:extLst>
            </p:cNvPr>
            <p:cNvGrpSpPr/>
            <p:nvPr/>
          </p:nvGrpSpPr>
          <p:grpSpPr>
            <a:xfrm>
              <a:off x="9268850" y="5457099"/>
              <a:ext cx="2084948" cy="540000"/>
              <a:chOff x="5972537" y="1489571"/>
              <a:chExt cx="1524190" cy="1219352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6C1BC059-218D-70E8-7871-A431795B3D3B}"/>
                  </a:ext>
                </a:extLst>
              </p:cNvPr>
              <p:cNvSpPr/>
              <p:nvPr/>
            </p:nvSpPr>
            <p:spPr>
              <a:xfrm>
                <a:off x="5972537" y="1489571"/>
                <a:ext cx="1524190" cy="1219352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사각형: 둥근 모서리 12">
                <a:extLst>
                  <a:ext uri="{FF2B5EF4-FFF2-40B4-BE49-F238E27FC236}">
                    <a16:creationId xmlns:a16="http://schemas.microsoft.com/office/drawing/2014/main" id="{74FBD3B6-85D7-C708-4462-EC1C8B0F6937}"/>
                  </a:ext>
                </a:extLst>
              </p:cNvPr>
              <p:cNvSpPr txBox="1"/>
              <p:nvPr/>
            </p:nvSpPr>
            <p:spPr>
              <a:xfrm>
                <a:off x="6008251" y="1525285"/>
                <a:ext cx="1452762" cy="114792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6675" tIns="66675" rIns="66675" bIns="66675" numCol="1" spcCol="1270" anchor="ctr" anchorCtr="0">
                <a:noAutofit/>
              </a:bodyPr>
              <a:lstStyle/>
              <a:p>
                <a:pPr marL="0" lvl="0" indent="0" algn="ctr" defTabSz="15557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3500" kern="1200" dirty="0"/>
                  <a:t>GRDA</a:t>
                </a:r>
                <a:endParaRPr lang="ko-KR" altLang="en-US" sz="3500" kern="1200" dirty="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177C085-BF91-EA94-5116-15B43B91BB04}"/>
                </a:ext>
              </a:extLst>
            </p:cNvPr>
            <p:cNvGrpSpPr/>
            <p:nvPr/>
          </p:nvGrpSpPr>
          <p:grpSpPr>
            <a:xfrm>
              <a:off x="9268850" y="6075051"/>
              <a:ext cx="2084948" cy="540000"/>
              <a:chOff x="6602988" y="3429900"/>
              <a:chExt cx="1524190" cy="1219352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34DF9A01-8C58-A9B5-3C58-02420D9AEA63}"/>
                  </a:ext>
                </a:extLst>
              </p:cNvPr>
              <p:cNvSpPr/>
              <p:nvPr/>
            </p:nvSpPr>
            <p:spPr>
              <a:xfrm>
                <a:off x="6602988" y="3429900"/>
                <a:ext cx="1524190" cy="1219352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" name="사각형: 둥근 모서리 14">
                <a:extLst>
                  <a:ext uri="{FF2B5EF4-FFF2-40B4-BE49-F238E27FC236}">
                    <a16:creationId xmlns:a16="http://schemas.microsoft.com/office/drawing/2014/main" id="{C396B752-9B9F-FAA6-8BB0-0D94257962B2}"/>
                  </a:ext>
                </a:extLst>
              </p:cNvPr>
              <p:cNvSpPr txBox="1"/>
              <p:nvPr/>
            </p:nvSpPr>
            <p:spPr>
              <a:xfrm>
                <a:off x="6638702" y="3465614"/>
                <a:ext cx="1452762" cy="114792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66675" tIns="66675" rIns="66675" bIns="66675" numCol="1" spcCol="1270" anchor="ctr" anchorCtr="0">
                <a:noAutofit/>
              </a:bodyPr>
              <a:lstStyle/>
              <a:p>
                <a:pPr marL="0" lvl="0" indent="0" algn="ctr" defTabSz="15557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ko-KR" sz="3500" kern="1200" dirty="0"/>
                  <a:t>Others</a:t>
                </a:r>
                <a:endParaRPr lang="ko-KR" altLang="en-US" sz="3500" kern="1200" dirty="0"/>
              </a:p>
            </p:txBody>
          </p:sp>
        </p:grp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DB856AB-5D4A-F1F7-AE32-E3A36038B411}"/>
                </a:ext>
              </a:extLst>
            </p:cNvPr>
            <p:cNvSpPr/>
            <p:nvPr/>
          </p:nvSpPr>
          <p:spPr>
            <a:xfrm>
              <a:off x="9268851" y="2327892"/>
              <a:ext cx="2084948" cy="451808"/>
            </a:xfrm>
            <a:prstGeom prst="rect">
              <a:avLst/>
            </a:prstGeom>
            <a:solidFill>
              <a:srgbClr val="629DD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/>
                <a:t>Output</a:t>
              </a:r>
              <a:endParaRPr lang="ko-KR" altLang="en-US" sz="20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01D4D81-0E1E-6E74-0569-BC66687D98A6}"/>
              </a:ext>
            </a:extLst>
          </p:cNvPr>
          <p:cNvSpPr/>
          <p:nvPr/>
        </p:nvSpPr>
        <p:spPr>
          <a:xfrm>
            <a:off x="2238935" y="2327892"/>
            <a:ext cx="6917677" cy="451808"/>
          </a:xfrm>
          <a:prstGeom prst="rect">
            <a:avLst/>
          </a:prstGeom>
          <a:solidFill>
            <a:srgbClr val="629DD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Fully Connected</a:t>
            </a:r>
            <a:endParaRPr lang="ko-KR" altLang="en-US" sz="20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5C048E6-1206-2BF2-812F-B396604F3AFB}"/>
              </a:ext>
            </a:extLst>
          </p:cNvPr>
          <p:cNvSpPr/>
          <p:nvPr/>
        </p:nvSpPr>
        <p:spPr>
          <a:xfrm>
            <a:off x="838201" y="2328249"/>
            <a:ext cx="1284064" cy="451808"/>
          </a:xfrm>
          <a:prstGeom prst="rect">
            <a:avLst/>
          </a:prstGeom>
          <a:solidFill>
            <a:srgbClr val="629DD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Flatten</a:t>
            </a:r>
            <a:endParaRPr lang="ko-KR" altLang="en-US" sz="2000" dirty="0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A314BC45-1894-6465-DE95-6AA70607284D}"/>
              </a:ext>
            </a:extLst>
          </p:cNvPr>
          <p:cNvGrpSpPr/>
          <p:nvPr/>
        </p:nvGrpSpPr>
        <p:grpSpPr>
          <a:xfrm>
            <a:off x="1213367" y="2901305"/>
            <a:ext cx="360000" cy="3665779"/>
            <a:chOff x="1213367" y="2901305"/>
            <a:chExt cx="360000" cy="3665779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5CD0010-3B35-2484-A2F3-1F0C30768E37}"/>
                </a:ext>
              </a:extLst>
            </p:cNvPr>
            <p:cNvSpPr/>
            <p:nvPr/>
          </p:nvSpPr>
          <p:spPr>
            <a:xfrm>
              <a:off x="1213367" y="2901305"/>
              <a:ext cx="360000" cy="3600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CD304A6-55C7-0B1E-B9C0-FDADAD185D1F}"/>
                </a:ext>
              </a:extLst>
            </p:cNvPr>
            <p:cNvSpPr/>
            <p:nvPr/>
          </p:nvSpPr>
          <p:spPr>
            <a:xfrm>
              <a:off x="1213367" y="3314527"/>
              <a:ext cx="360000" cy="360000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929B4EBF-FB2E-D820-6BBA-03309F411F72}"/>
                </a:ext>
              </a:extLst>
            </p:cNvPr>
            <p:cNvSpPr/>
            <p:nvPr/>
          </p:nvSpPr>
          <p:spPr>
            <a:xfrm>
              <a:off x="1213367" y="3727749"/>
              <a:ext cx="360000" cy="3600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1952AA7-1A93-188F-B6D5-6915F758BDC0}"/>
                </a:ext>
              </a:extLst>
            </p:cNvPr>
            <p:cNvSpPr/>
            <p:nvPr/>
          </p:nvSpPr>
          <p:spPr>
            <a:xfrm>
              <a:off x="1213367" y="4140971"/>
              <a:ext cx="360000" cy="360000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7C9943F-A5FC-0DDA-FB95-ECA16FF8417C}"/>
                </a:ext>
              </a:extLst>
            </p:cNvPr>
            <p:cNvSpPr/>
            <p:nvPr/>
          </p:nvSpPr>
          <p:spPr>
            <a:xfrm>
              <a:off x="1213367" y="455419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50000"/>
                </a:lnSpc>
              </a:pPr>
              <a:r>
                <a:rPr lang="en-US" altLang="ko-KR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altLang="ko-KR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altLang="ko-KR" dirty="0">
                  <a:solidFill>
                    <a:schemeClr val="tx1"/>
                  </a:solidFill>
                </a:rPr>
                <a:t>.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2449A102-5F49-5541-F997-76585B58DA4E}"/>
                </a:ext>
              </a:extLst>
            </p:cNvPr>
            <p:cNvSpPr/>
            <p:nvPr/>
          </p:nvSpPr>
          <p:spPr>
            <a:xfrm>
              <a:off x="1213367" y="4967415"/>
              <a:ext cx="360000" cy="360000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F60B5D67-6593-6490-623C-258709D167C2}"/>
                </a:ext>
              </a:extLst>
            </p:cNvPr>
            <p:cNvSpPr/>
            <p:nvPr/>
          </p:nvSpPr>
          <p:spPr>
            <a:xfrm>
              <a:off x="1213367" y="5380637"/>
              <a:ext cx="360000" cy="3600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6F4F38B-B3C6-867A-9AD0-25FE0EAD51B3}"/>
                </a:ext>
              </a:extLst>
            </p:cNvPr>
            <p:cNvSpPr/>
            <p:nvPr/>
          </p:nvSpPr>
          <p:spPr>
            <a:xfrm>
              <a:off x="1213367" y="57938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60EE7158-E9EC-39FD-67C5-D118C0D4621D}"/>
                </a:ext>
              </a:extLst>
            </p:cNvPr>
            <p:cNvSpPr/>
            <p:nvPr/>
          </p:nvSpPr>
          <p:spPr>
            <a:xfrm>
              <a:off x="1213367" y="6207084"/>
              <a:ext cx="360000" cy="3600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7DC7E407-295A-A714-3741-945009D3C4B5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1573367" y="3081305"/>
            <a:ext cx="1441028" cy="124253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3E516A35-19FD-3FD8-E353-28E9B8FA27CE}"/>
              </a:ext>
            </a:extLst>
          </p:cNvPr>
          <p:cNvCxnSpPr>
            <a:cxnSpLocks/>
          </p:cNvCxnSpPr>
          <p:nvPr/>
        </p:nvCxnSpPr>
        <p:spPr>
          <a:xfrm>
            <a:off x="1573367" y="6387084"/>
            <a:ext cx="1441028" cy="124253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44384892-14FD-0B85-148A-9D17228C43C1}"/>
              </a:ext>
            </a:extLst>
          </p:cNvPr>
          <p:cNvSpPr txBox="1"/>
          <p:nvPr/>
        </p:nvSpPr>
        <p:spPr>
          <a:xfrm>
            <a:off x="2707820" y="2822578"/>
            <a:ext cx="83289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1x120</a:t>
            </a:r>
            <a:endParaRPr lang="ko-KR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FE850DE-A2A1-3C20-4FFE-F04E4538DE7E}"/>
              </a:ext>
            </a:extLst>
          </p:cNvPr>
          <p:cNvSpPr txBox="1"/>
          <p:nvPr/>
        </p:nvSpPr>
        <p:spPr>
          <a:xfrm>
            <a:off x="5845830" y="3205558"/>
            <a:ext cx="83289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1x84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167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01" grpId="0" animBg="1"/>
      <p:bldP spid="103" grpId="0" animBg="1"/>
      <p:bldP spid="37" grpId="0" animBg="1"/>
      <p:bldP spid="38" grpId="0" animBg="1"/>
      <p:bldP spid="40" grpId="0" animBg="1"/>
      <p:bldP spid="59" grpId="0" animBg="1"/>
      <p:bldP spid="113" grpId="0"/>
      <p:bldP spid="1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Training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9F4C85-9293-0CFC-AF68-4DFED1600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7369" y="2181448"/>
            <a:ext cx="5438775" cy="405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30C85CF-5577-788B-5F90-4C357625C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56286" y="2149523"/>
            <a:ext cx="543877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4217337C-D065-9A58-E5B5-9D49D6FA6C27}"/>
              </a:ext>
            </a:extLst>
          </p:cNvPr>
          <p:cNvSpPr/>
          <p:nvPr/>
        </p:nvSpPr>
        <p:spPr>
          <a:xfrm>
            <a:off x="4810831" y="3490416"/>
            <a:ext cx="1405720" cy="716507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70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Training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D479E02B-7F8B-310A-4F8E-14E59AC421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141385"/>
              </p:ext>
            </p:extLst>
          </p:nvPr>
        </p:nvGraphicFramePr>
        <p:xfrm>
          <a:off x="1569493" y="1821976"/>
          <a:ext cx="8932459" cy="49882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29D3C3-EFCB-AF76-4058-34C85182483C}"/>
              </a:ext>
            </a:extLst>
          </p:cNvPr>
          <p:cNvSpPr txBox="1"/>
          <p:nvPr/>
        </p:nvSpPr>
        <p:spPr>
          <a:xfrm>
            <a:off x="9605108" y="418904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Accuracy: 19.00%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B9D0F5-E8ED-46C1-D52F-7081B602FF6C}"/>
              </a:ext>
            </a:extLst>
          </p:cNvPr>
          <p:cNvSpPr txBox="1"/>
          <p:nvPr/>
        </p:nvSpPr>
        <p:spPr>
          <a:xfrm>
            <a:off x="9555706" y="5591908"/>
            <a:ext cx="2261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Accuracy: 16.67%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AB98F-D1CD-69EA-0650-AD78EF2CBC6D}"/>
              </a:ext>
            </a:extLst>
          </p:cNvPr>
          <p:cNvSpPr txBox="1"/>
          <p:nvPr/>
        </p:nvSpPr>
        <p:spPr>
          <a:xfrm>
            <a:off x="2026139" y="4051952"/>
            <a:ext cx="9485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Label: 014523112351251025310……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FC319-3F23-CEEC-3D80-4D913B63E1D4}"/>
              </a:ext>
            </a:extLst>
          </p:cNvPr>
          <p:cNvSpPr txBox="1"/>
          <p:nvPr/>
        </p:nvSpPr>
        <p:spPr>
          <a:xfrm>
            <a:off x="2026138" y="5599507"/>
            <a:ext cx="685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Label: 0000000001111111111111122222222222222233333333333……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12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Training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FFC787-BBBE-E436-C29C-5728F30C6F47}"/>
              </a:ext>
            </a:extLst>
          </p:cNvPr>
          <p:cNvSpPr/>
          <p:nvPr/>
        </p:nvSpPr>
        <p:spPr>
          <a:xfrm>
            <a:off x="838200" y="1906954"/>
            <a:ext cx="3124200" cy="7971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Not shuffled</a:t>
            </a:r>
            <a:endParaRPr lang="ko-KR" altLang="en-US" sz="28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070A923-8C4F-38DE-F3BA-C4CF32F265B1}"/>
              </a:ext>
            </a:extLst>
          </p:cNvPr>
          <p:cNvSpPr/>
          <p:nvPr/>
        </p:nvSpPr>
        <p:spPr>
          <a:xfrm>
            <a:off x="838200" y="3516922"/>
            <a:ext cx="3124200" cy="79716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Small dataset</a:t>
            </a:r>
            <a:endParaRPr lang="ko-KR" altLang="en-US" sz="28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4D3040D-7E2A-1FAD-3B6D-830A8CD231EF}"/>
              </a:ext>
            </a:extLst>
          </p:cNvPr>
          <p:cNvSpPr/>
          <p:nvPr/>
        </p:nvSpPr>
        <p:spPr>
          <a:xfrm>
            <a:off x="838200" y="5121756"/>
            <a:ext cx="3124200" cy="797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Large epoch</a:t>
            </a:r>
            <a:endParaRPr lang="ko-KR" altLang="en-US" sz="28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2FFB0FA-F1C5-C7F9-DE33-1EB57EA6DA6D}"/>
              </a:ext>
            </a:extLst>
          </p:cNvPr>
          <p:cNvSpPr/>
          <p:nvPr/>
        </p:nvSpPr>
        <p:spPr>
          <a:xfrm>
            <a:off x="838200" y="5121756"/>
            <a:ext cx="3124200" cy="797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10 epoch</a:t>
            </a:r>
            <a:endParaRPr lang="ko-KR" altLang="en-US" sz="28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F31FD40-8E45-CAF9-9359-8D93E1E607D0}"/>
              </a:ext>
            </a:extLst>
          </p:cNvPr>
          <p:cNvSpPr/>
          <p:nvPr/>
        </p:nvSpPr>
        <p:spPr>
          <a:xfrm>
            <a:off x="838200" y="3514355"/>
            <a:ext cx="3124200" cy="79716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200 per pattern</a:t>
            </a:r>
            <a:endParaRPr lang="ko-KR" altLang="en-US" sz="2800" dirty="0"/>
          </a:p>
        </p:txBody>
      </p:sp>
      <p:pic>
        <p:nvPicPr>
          <p:cNvPr id="17" name="그림 16" descr="텍스트, 라인, 그래프, 도표이(가) 표시된 사진&#10;&#10;자동 생성된 설명">
            <a:extLst>
              <a:ext uri="{FF2B5EF4-FFF2-40B4-BE49-F238E27FC236}">
                <a16:creationId xmlns:a16="http://schemas.microsoft.com/office/drawing/2014/main" id="{4AB5E07E-8BB1-20EA-7761-D39CAAAFA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422" y="1906954"/>
            <a:ext cx="6164343" cy="48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8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Training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FFC787-BBBE-E436-C29C-5728F30C6F47}"/>
              </a:ext>
            </a:extLst>
          </p:cNvPr>
          <p:cNvSpPr/>
          <p:nvPr/>
        </p:nvSpPr>
        <p:spPr>
          <a:xfrm>
            <a:off x="838200" y="1906954"/>
            <a:ext cx="3124200" cy="7971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Shuffled</a:t>
            </a:r>
            <a:endParaRPr lang="ko-KR" altLang="en-US" sz="28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F31FD40-8E45-CAF9-9359-8D93E1E607D0}"/>
              </a:ext>
            </a:extLst>
          </p:cNvPr>
          <p:cNvSpPr/>
          <p:nvPr/>
        </p:nvSpPr>
        <p:spPr>
          <a:xfrm>
            <a:off x="838200" y="3514355"/>
            <a:ext cx="3124200" cy="79716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200 per pattern</a:t>
            </a:r>
            <a:endParaRPr lang="ko-KR" altLang="en-US" sz="28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2FFB0FA-F1C5-C7F9-DE33-1EB57EA6DA6D}"/>
              </a:ext>
            </a:extLst>
          </p:cNvPr>
          <p:cNvSpPr/>
          <p:nvPr/>
        </p:nvSpPr>
        <p:spPr>
          <a:xfrm>
            <a:off x="838200" y="5121756"/>
            <a:ext cx="3124200" cy="797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10 epoch</a:t>
            </a:r>
            <a:endParaRPr lang="ko-KR" altLang="en-US" sz="2800" dirty="0"/>
          </a:p>
        </p:txBody>
      </p:sp>
      <p:pic>
        <p:nvPicPr>
          <p:cNvPr id="7" name="그림 6" descr="텍스트, 스크린샷, 디스플레이, 도표이(가) 표시된 사진&#10;&#10;자동 생성된 설명">
            <a:extLst>
              <a:ext uri="{FF2B5EF4-FFF2-40B4-BE49-F238E27FC236}">
                <a16:creationId xmlns:a16="http://schemas.microsoft.com/office/drawing/2014/main" id="{0E0A0560-4085-92BD-C545-0E958BD6B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979" y="1890228"/>
            <a:ext cx="6164283" cy="484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778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77912E-E0D0-B3AA-5760-A45BC4A4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0BB2F6-C1F8-01C0-7B60-F092F2FB5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9290" y="4619624"/>
            <a:ext cx="4578413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 latinLnBrk="0"/>
            <a:r>
              <a:rPr lang="en-US" altLang="ko-KR" sz="2200" dirty="0">
                <a:solidFill>
                  <a:schemeClr val="tx1"/>
                </a:solidFill>
              </a:rPr>
              <a:t>Model accuracy and evaluation,</a:t>
            </a:r>
          </a:p>
          <a:p>
            <a:pPr algn="r" latinLnBrk="0"/>
            <a:r>
              <a:rPr lang="en-US" altLang="ko-KR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</a:t>
            </a:r>
            <a:r>
              <a:rPr lang="en-US" altLang="ko-KR" sz="2200" dirty="0">
                <a:solidFill>
                  <a:schemeClr val="tx1"/>
                </a:solidFill>
              </a:rPr>
              <a:t>petition score</a:t>
            </a:r>
            <a:endParaRPr lang="en-US" altLang="ko-KR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Rectangle 22">
            <a:extLst>
              <a:ext uri="{FF2B5EF4-FFF2-40B4-BE49-F238E27FC236}">
                <a16:creationId xmlns:a16="http://schemas.microsoft.com/office/drawing/2014/main" id="{98733DB4-767C-E60F-70CD-A8B297360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8834E7C8-D694-6427-CD43-8B549FA46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771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Test data-non shuffled model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6D61CB6A-AB0B-B189-7454-53F79A1AC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9282"/>
            <a:ext cx="7169548" cy="150971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804441D-82D8-76DE-D618-D52E4A236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87754" y="2936979"/>
            <a:ext cx="7594979" cy="381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0044B82-8C6B-7010-C294-CB531ABE1BE0}"/>
              </a:ext>
            </a:extLst>
          </p:cNvPr>
          <p:cNvSpPr/>
          <p:nvPr/>
        </p:nvSpPr>
        <p:spPr>
          <a:xfrm>
            <a:off x="2207419" y="2936979"/>
            <a:ext cx="1057275" cy="270565"/>
          </a:xfrm>
          <a:prstGeom prst="rect">
            <a:avLst/>
          </a:prstGeom>
          <a:noFill/>
          <a:ln w="571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862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Test data-shuffled model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EF60B197-837D-AFA5-1EE7-D8712B5AC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23740"/>
            <a:ext cx="7231652" cy="150526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804441D-82D8-76DE-D618-D52E4A236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87754" y="2936979"/>
            <a:ext cx="7594979" cy="381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A49969B-F142-9F48-47F4-7CB63CC8DB6F}"/>
              </a:ext>
            </a:extLst>
          </p:cNvPr>
          <p:cNvSpPr/>
          <p:nvPr/>
        </p:nvSpPr>
        <p:spPr>
          <a:xfrm>
            <a:off x="2207419" y="2936979"/>
            <a:ext cx="1057275" cy="270565"/>
          </a:xfrm>
          <a:prstGeom prst="rect">
            <a:avLst/>
          </a:prstGeom>
          <a:noFill/>
          <a:ln w="571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722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FF79F-5FB7-6CAE-B17A-FCC53F35DB6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schemeClr val="bg2">
                <a:lumMod val="9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31154-57E0-60A4-6910-4299E4D0F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35511"/>
            <a:ext cx="10515600" cy="523626"/>
          </a:xfrm>
        </p:spPr>
        <p:txBody>
          <a:bodyPr>
            <a:normAutofit/>
          </a:bodyPr>
          <a:lstStyle/>
          <a:p>
            <a:r>
              <a:rPr lang="en-US" altLang="ko-KR" dirty="0"/>
              <a:t>Final score (</a:t>
            </a:r>
            <a:r>
              <a:rPr lang="en-US" altLang="ko-KR" dirty="0" err="1">
                <a:highlight>
                  <a:srgbClr val="FFFF00"/>
                </a:highlight>
              </a:rPr>
              <a:t>Kullback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  <a:r>
              <a:rPr lang="en-US" altLang="ko-KR" dirty="0" err="1">
                <a:highlight>
                  <a:srgbClr val="FFFF00"/>
                </a:highlight>
              </a:rPr>
              <a:t>Liebler</a:t>
            </a:r>
            <a:r>
              <a:rPr lang="en-US" altLang="ko-KR" dirty="0">
                <a:highlight>
                  <a:srgbClr val="FFFF00"/>
                </a:highlight>
              </a:rPr>
              <a:t> divergence</a:t>
            </a:r>
            <a:r>
              <a:rPr lang="en-US" altLang="ko-KR" dirty="0"/>
              <a:t>):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EF7538-6B5A-6273-F2A5-FD0925B1993A}"/>
              </a:ext>
            </a:extLst>
          </p:cNvPr>
          <p:cNvSpPr/>
          <p:nvPr/>
        </p:nvSpPr>
        <p:spPr>
          <a:xfrm>
            <a:off x="727435" y="365125"/>
            <a:ext cx="110765" cy="70408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D07B7-86C5-2440-7882-69EB1F9E3ACC}"/>
              </a:ext>
            </a:extLst>
          </p:cNvPr>
          <p:cNvSpPr txBox="1"/>
          <p:nvPr/>
        </p:nvSpPr>
        <p:spPr>
          <a:xfrm>
            <a:off x="838201" y="1960067"/>
            <a:ext cx="52578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lt"/>
              </a:rPr>
              <a:t>submission.csv from non shuffled model</a:t>
            </a:r>
            <a:endParaRPr lang="ko-KR" altLang="en-US" sz="2400" dirty="0">
              <a:latin typeface="+mj-lt"/>
            </a:endParaRPr>
          </a:p>
        </p:txBody>
      </p:sp>
      <p:pic>
        <p:nvPicPr>
          <p:cNvPr id="14" name="그림 13" descr="텍스트, 폰트, 화이트, 라인이(가) 표시된 사진&#10;&#10;자동 생성된 설명">
            <a:extLst>
              <a:ext uri="{FF2B5EF4-FFF2-40B4-BE49-F238E27FC236}">
                <a16:creationId xmlns:a16="http://schemas.microsoft.com/office/drawing/2014/main" id="{3BF9BE58-1F78-92D4-1330-B1EC146898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569"/>
          <a:stretch/>
        </p:blipFill>
        <p:spPr>
          <a:xfrm>
            <a:off x="7355666" y="5463652"/>
            <a:ext cx="3481404" cy="1102768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7484EB79-5BFB-96B5-5B23-7199C50B8434}"/>
              </a:ext>
            </a:extLst>
          </p:cNvPr>
          <p:cNvGrpSpPr/>
          <p:nvPr/>
        </p:nvGrpSpPr>
        <p:grpSpPr>
          <a:xfrm>
            <a:off x="838200" y="3884981"/>
            <a:ext cx="9243730" cy="1442742"/>
            <a:chOff x="838200" y="3692869"/>
            <a:chExt cx="9243730" cy="144274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2D6E953-70C5-3711-0C8B-8CE014E4C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4154534"/>
              <a:ext cx="9243730" cy="98107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2FB49B-CBE9-D14B-8E8C-38ED50281794}"/>
                </a:ext>
              </a:extLst>
            </p:cNvPr>
            <p:cNvSpPr txBox="1"/>
            <p:nvPr/>
          </p:nvSpPr>
          <p:spPr>
            <a:xfrm>
              <a:off x="838200" y="3692869"/>
              <a:ext cx="4755356" cy="46166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+mj-lt"/>
                </a:rPr>
                <a:t>submission.csv from shuffled model</a:t>
              </a:r>
              <a:endParaRPr lang="ko-KR" altLang="en-US" sz="2400" dirty="0">
                <a:latin typeface="+mj-lt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261DA022-73A5-86BA-96E6-99E2349AA4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14305"/>
            <a:ext cx="9148763" cy="1113055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1EF94BBE-BD52-82DD-1205-FF5137489655}"/>
              </a:ext>
            </a:extLst>
          </p:cNvPr>
          <p:cNvGrpSpPr/>
          <p:nvPr/>
        </p:nvGrpSpPr>
        <p:grpSpPr>
          <a:xfrm>
            <a:off x="721519" y="3779034"/>
            <a:ext cx="10248975" cy="2686070"/>
            <a:chOff x="771525" y="3193246"/>
            <a:chExt cx="10248975" cy="268607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F0E417A1-C818-3D99-1BAD-55B4BCD4E31B}"/>
                </a:ext>
              </a:extLst>
            </p:cNvPr>
            <p:cNvGrpSpPr/>
            <p:nvPr/>
          </p:nvGrpSpPr>
          <p:grpSpPr>
            <a:xfrm>
              <a:off x="771525" y="3193246"/>
              <a:ext cx="10248975" cy="2686070"/>
              <a:chOff x="778669" y="4886315"/>
              <a:chExt cx="10248975" cy="2686070"/>
            </a:xfrm>
          </p:grpSpPr>
          <p:pic>
            <p:nvPicPr>
              <p:cNvPr id="26" name="그림 25" descr="스크린샷, 텍스트, 라인이(가) 표시된 사진&#10;&#10;자동 생성된 설명">
                <a:extLst>
                  <a:ext uri="{FF2B5EF4-FFF2-40B4-BE49-F238E27FC236}">
                    <a16:creationId xmlns:a16="http://schemas.microsoft.com/office/drawing/2014/main" id="{95ECAB1F-A36F-03ED-92BD-C80C3F25A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8669" y="4886315"/>
                <a:ext cx="10248975" cy="2686070"/>
              </a:xfrm>
              <a:prstGeom prst="rect">
                <a:avLst/>
              </a:prstGeom>
            </p:spPr>
          </p:pic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5374C4AF-7FA4-2841-2DDC-3ACF2A238B48}"/>
                  </a:ext>
                </a:extLst>
              </p:cNvPr>
              <p:cNvGrpSpPr/>
              <p:nvPr/>
            </p:nvGrpSpPr>
            <p:grpSpPr>
              <a:xfrm>
                <a:off x="778669" y="5332813"/>
                <a:ext cx="10229850" cy="635785"/>
                <a:chOff x="971551" y="3696895"/>
                <a:chExt cx="10229850" cy="635785"/>
              </a:xfrm>
            </p:grpSpPr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17029391-B839-1277-6FFC-E9C2515A447F}"/>
                    </a:ext>
                  </a:extLst>
                </p:cNvPr>
                <p:cNvCxnSpPr/>
                <p:nvPr/>
              </p:nvCxnSpPr>
              <p:spPr>
                <a:xfrm>
                  <a:off x="971551" y="4014788"/>
                  <a:ext cx="10229850" cy="0"/>
                </a:xfrm>
                <a:prstGeom prst="line">
                  <a:avLst/>
                </a:prstGeom>
                <a:ln w="762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028A8FC6-F0CA-7B7D-3AD6-5FA551AFABB1}"/>
                    </a:ext>
                  </a:extLst>
                </p:cNvPr>
                <p:cNvSpPr/>
                <p:nvPr/>
              </p:nvSpPr>
              <p:spPr>
                <a:xfrm>
                  <a:off x="5672138" y="3696895"/>
                  <a:ext cx="2314575" cy="63578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0.360038 (199/2767)</a:t>
                  </a:r>
                  <a:endParaRPr lang="ko-KR" altLang="en-US" dirty="0"/>
                </a:p>
              </p:txBody>
            </p:sp>
          </p:grpSp>
        </p:grpSp>
        <p:pic>
          <p:nvPicPr>
            <p:cNvPr id="25" name="Picture 4" descr="Bronze Medal PNG, Vector, PSD, and Clipart With Transparent Background for  Free Download | Pngtree">
              <a:extLst>
                <a:ext uri="{FF2B5EF4-FFF2-40B4-BE49-F238E27FC236}">
                  <a16:creationId xmlns:a16="http://schemas.microsoft.com/office/drawing/2014/main" id="{A99D29AF-1820-C7FC-30D4-2556B64C2C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2769" y="3193246"/>
              <a:ext cx="1840706" cy="18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FF0855A-B224-3BAC-1C10-E2CD80C8D634}"/>
              </a:ext>
            </a:extLst>
          </p:cNvPr>
          <p:cNvSpPr/>
          <p:nvPr/>
        </p:nvSpPr>
        <p:spPr>
          <a:xfrm>
            <a:off x="6350793" y="1873006"/>
            <a:ext cx="3893344" cy="6357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1.615613 &gt; 1 (out of the leaderboard)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650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77912E-E0D0-B3AA-5760-A45BC4A4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Discussion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0BB2F6-C1F8-01C0-7B60-F092F2FB5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9290" y="4619624"/>
            <a:ext cx="4578413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 latinLnBrk="0"/>
            <a:r>
              <a:rPr lang="en-US" altLang="ko-KR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 studies and</a:t>
            </a:r>
          </a:p>
          <a:p>
            <a:pPr algn="r" latinLnBrk="0"/>
            <a:r>
              <a:rPr lang="en-US" altLang="ko-KR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additional related works</a:t>
            </a:r>
          </a:p>
        </p:txBody>
      </p:sp>
      <p:sp>
        <p:nvSpPr>
          <p:cNvPr id="2" name="Rectangle 22">
            <a:extLst>
              <a:ext uri="{FF2B5EF4-FFF2-40B4-BE49-F238E27FC236}">
                <a16:creationId xmlns:a16="http://schemas.microsoft.com/office/drawing/2014/main" id="{49E97BE7-B6E8-9EF3-00F1-EDC4A0138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17A609A8-E2FF-EE07-A02B-4C4CC7BB1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6129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CD491A-BDB1-BA26-D9F8-5ED35AB2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What did I learn</a:t>
            </a:r>
            <a:endParaRPr lang="ko-KR" altLang="en-US" dirty="0"/>
          </a:p>
        </p:txBody>
      </p:sp>
      <p:graphicFrame>
        <p:nvGraphicFramePr>
          <p:cNvPr id="4" name="내용 개체 틀 2">
            <a:extLst>
              <a:ext uri="{FF2B5EF4-FFF2-40B4-BE49-F238E27FC236}">
                <a16:creationId xmlns:a16="http://schemas.microsoft.com/office/drawing/2014/main" id="{D4861EE8-0900-05BA-5A10-E722D617DA34}"/>
              </a:ext>
            </a:extLst>
          </p:cNvPr>
          <p:cNvGraphicFramePr>
            <a:graphicFrameLocks/>
          </p:cNvGraphicFramePr>
          <p:nvPr/>
        </p:nvGraphicFramePr>
        <p:xfrm>
          <a:off x="817728" y="2037018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7716ACF-3132-9982-F5BC-6553315CBA1F}"/>
              </a:ext>
            </a:extLst>
          </p:cNvPr>
          <p:cNvSpPr/>
          <p:nvPr/>
        </p:nvSpPr>
        <p:spPr>
          <a:xfrm>
            <a:off x="3112994" y="2037018"/>
            <a:ext cx="8404412" cy="394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CNN model producing with python (</a:t>
            </a:r>
            <a:r>
              <a:rPr lang="en-US" altLang="ko-KR" sz="2400" dirty="0" err="1">
                <a:solidFill>
                  <a:schemeClr val="tx1"/>
                </a:solidFill>
                <a:latin typeface="+mj-lt"/>
              </a:rPr>
              <a:t>pytorch</a:t>
            </a: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Processing with efficient RAM usage</a:t>
            </a:r>
            <a:endParaRPr lang="ko-KR" alt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5A6A55-11F8-F50F-0C79-4CF4F9512629}"/>
              </a:ext>
            </a:extLst>
          </p:cNvPr>
          <p:cNvSpPr/>
          <p:nvPr/>
        </p:nvSpPr>
        <p:spPr>
          <a:xfrm>
            <a:off x="6095999" y="1950732"/>
            <a:ext cx="5952565" cy="394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Statistical methods to balance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Preprocessing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Training and testing(evaluation) CNN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Validation of CNN (Cross Validation)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570591-2346-459E-879F-FC510C6C2099}"/>
              </a:ext>
            </a:extLst>
          </p:cNvPr>
          <p:cNvSpPr/>
          <p:nvPr/>
        </p:nvSpPr>
        <p:spPr>
          <a:xfrm>
            <a:off x="1205753" y="1950732"/>
            <a:ext cx="2593040" cy="394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785478-C215-60F9-9B2D-4BA7DA0DBFD2}"/>
              </a:ext>
            </a:extLst>
          </p:cNvPr>
          <p:cNvSpPr/>
          <p:nvPr/>
        </p:nvSpPr>
        <p:spPr>
          <a:xfrm>
            <a:off x="8545606" y="1950732"/>
            <a:ext cx="3502958" cy="394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1A6034-0AEA-CAAB-17CA-D75E04D01756}"/>
              </a:ext>
            </a:extLst>
          </p:cNvPr>
          <p:cNvSpPr/>
          <p:nvPr/>
        </p:nvSpPr>
        <p:spPr>
          <a:xfrm>
            <a:off x="1205753" y="1950732"/>
            <a:ext cx="4890246" cy="394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How to group(chain) EEG cells(signals)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Spectrogram 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Diagnosis of Seizure and other neural diseases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Various types of brain voltage frequency and their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Harmful brain activity classification</a:t>
            </a:r>
            <a:endParaRPr lang="ko-KR" alt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717D85-1D46-2836-E632-2ED1BADF3304}"/>
              </a:ext>
            </a:extLst>
          </p:cNvPr>
          <p:cNvSpPr/>
          <p:nvPr/>
        </p:nvSpPr>
        <p:spPr>
          <a:xfrm>
            <a:off x="1205752" y="1950732"/>
            <a:ext cx="7682753" cy="394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Graph plotting in python using seaborn and 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.parquet file type to plot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Using pandas, </a:t>
            </a:r>
            <a:r>
              <a:rPr lang="en-US" altLang="ko-KR" sz="2400" dirty="0" err="1">
                <a:solidFill>
                  <a:schemeClr val="tx1"/>
                </a:solidFill>
                <a:latin typeface="+mj-lt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Dataset handling, datapoint checking</a:t>
            </a:r>
          </a:p>
          <a:p>
            <a:pPr marL="268288"/>
            <a:r>
              <a:rPr lang="en-US" altLang="ko-KR" sz="2400" dirty="0">
                <a:solidFill>
                  <a:schemeClr val="tx1"/>
                </a:solidFill>
                <a:latin typeface="+mj-lt"/>
              </a:rPr>
              <a:t>(info, describe, head…etc.)</a:t>
            </a:r>
            <a:endParaRPr lang="ko-KR" altLang="en-US" sz="24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549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ADD66-F9F2-A632-C1D4-42CEF75D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Further studies and technology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22F84D-1E74-CF6A-BCBB-E4AB91D49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Mobile personal diagnosis device (application in smartphone)</a:t>
            </a:r>
          </a:p>
          <a:p>
            <a:r>
              <a:rPr lang="en-US" altLang="ko-KR" dirty="0"/>
              <a:t>Partial signal detection (e.g. using only Fp1 and EKG data) </a:t>
            </a:r>
          </a:p>
          <a:p>
            <a:r>
              <a:rPr lang="en-US" altLang="ko-KR" dirty="0"/>
              <a:t>Specified feature extraction and explanation of the disease detection, classification</a:t>
            </a:r>
          </a:p>
          <a:p>
            <a:endParaRPr lang="en-US" altLang="ko-KR" dirty="0"/>
          </a:p>
          <a:p>
            <a:r>
              <a:rPr lang="en-US" altLang="ko-KR" dirty="0" err="1"/>
              <a:t>Wavenet</a:t>
            </a:r>
            <a:r>
              <a:rPr lang="en-US" altLang="ko-KR" dirty="0"/>
              <a:t> (Wavelet + CNN) -&gt; 8</a:t>
            </a:r>
            <a:r>
              <a:rPr lang="en-US" altLang="ko-KR" baseline="30000" dirty="0"/>
              <a:t>th</a:t>
            </a:r>
            <a:r>
              <a:rPr lang="en-US" altLang="ko-KR" dirty="0"/>
              <a:t> place solution!</a:t>
            </a:r>
          </a:p>
          <a:p>
            <a:r>
              <a:rPr lang="en-US" altLang="ko-KR" dirty="0"/>
              <a:t>GNN (Graph neural network) -&gt; another way to preprocess raw data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89357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2B6556A-FD1E-CDC7-D8B4-9F548919D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0" y="735283"/>
            <a:ext cx="6967371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 you have</a:t>
            </a:r>
            <a:br>
              <a:rPr lang="en-US" altLang="ko-KR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Any Questions/Feedback?</a:t>
            </a:r>
          </a:p>
        </p:txBody>
      </p:sp>
      <p:pic>
        <p:nvPicPr>
          <p:cNvPr id="8" name="Graphic 7" descr="Help">
            <a:extLst>
              <a:ext uri="{FF2B5EF4-FFF2-40B4-BE49-F238E27FC236}">
                <a16:creationId xmlns:a16="http://schemas.microsoft.com/office/drawing/2014/main" id="{E0A8DDF3-E283-28A5-E46D-DF525DC84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0" name="Graphic 9" descr="Help">
            <a:extLst>
              <a:ext uri="{FF2B5EF4-FFF2-40B4-BE49-F238E27FC236}">
                <a16:creationId xmlns:a16="http://schemas.microsoft.com/office/drawing/2014/main" id="{7A968959-2D4A-4773-B02D-8F8DEB0DC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88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/>
        <a:ea typeface="맑은 고딕"/>
        <a:cs typeface=""/>
      </a:majorFont>
      <a:minorFont>
        <a:latin typeface="Calibri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따뜻한 파란색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2">
    <wetp:webextensionref xmlns:r="http://schemas.openxmlformats.org/officeDocument/2006/relationships" r:id="rId1"/>
  </wetp:taskpane>
  <wetp:taskpane dockstate="right" visibility="0" width="70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503526C-6DB4-49F6-9162-8740C86A1200}">
  <we:reference id="wa200005566" version="3.0.0.2" store="ko-K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EADC2B5-8433-4288-8F7D-5CC6F67BF9B7}">
  <we:reference id="wa104380050" version="3.8.0.0" store="ko-KR" storeType="OMEX"/>
  <we:alternateReferences>
    <we:reference id="wa104380050" version="3.8.0.0" store="wa10438005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HMS_harmfulbrainactivity04</Template>
  <TotalTime>4046</TotalTime>
  <Words>1031</Words>
  <Application>Microsoft Office PowerPoint</Application>
  <PresentationFormat>와이드스크린</PresentationFormat>
  <Paragraphs>248</Paragraphs>
  <Slides>38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맑은 고딕</vt:lpstr>
      <vt:lpstr>Arial</vt:lpstr>
      <vt:lpstr>Calibri</vt:lpstr>
      <vt:lpstr>Calibri Light</vt:lpstr>
      <vt:lpstr>Office 테마</vt:lpstr>
      <vt:lpstr>Harmful Brain activity Classification</vt:lpstr>
      <vt:lpstr>PowerPoint 프레젠테이션</vt:lpstr>
      <vt:lpstr>PowerPoint 프레젠테이션</vt:lpstr>
      <vt:lpstr>Goal</vt:lpstr>
      <vt:lpstr>Index</vt:lpstr>
      <vt:lpstr>Dataset overview</vt:lpstr>
      <vt:lpstr>Train metadata</vt:lpstr>
      <vt:lpstr>Electroencephalogram (EEG)</vt:lpstr>
      <vt:lpstr>Spectrogram</vt:lpstr>
      <vt:lpstr>General EEG signal classification</vt:lpstr>
      <vt:lpstr>Harmful pattern classification</vt:lpstr>
      <vt:lpstr>Data reliability</vt:lpstr>
      <vt:lpstr>Sample figures-idealized case</vt:lpstr>
      <vt:lpstr>Sample figures-proto case</vt:lpstr>
      <vt:lpstr>Sample figures-edge case</vt:lpstr>
      <vt:lpstr>Overall plan for model training &amp; Challenges</vt:lpstr>
      <vt:lpstr>Previous studies</vt:lpstr>
      <vt:lpstr>Others’ solutions in Kaggle competition</vt:lpstr>
      <vt:lpstr>References</vt:lpstr>
      <vt:lpstr>Modeling</vt:lpstr>
      <vt:lpstr>Image plotting</vt:lpstr>
      <vt:lpstr>Train inputs</vt:lpstr>
      <vt:lpstr>Modeling-model overview</vt:lpstr>
      <vt:lpstr>Modeling-specific structure</vt:lpstr>
      <vt:lpstr>Modeling-specific structure</vt:lpstr>
      <vt:lpstr>Modeling-specific structure</vt:lpstr>
      <vt:lpstr>Training</vt:lpstr>
      <vt:lpstr>Training</vt:lpstr>
      <vt:lpstr>Training</vt:lpstr>
      <vt:lpstr>Training</vt:lpstr>
      <vt:lpstr>Result</vt:lpstr>
      <vt:lpstr>Test data-non shuffled model</vt:lpstr>
      <vt:lpstr>Test data-shuffled model</vt:lpstr>
      <vt:lpstr>Evaluation</vt:lpstr>
      <vt:lpstr>Discussion</vt:lpstr>
      <vt:lpstr>What did I learn</vt:lpstr>
      <vt:lpstr>Further studies and technology</vt:lpstr>
      <vt:lpstr>Do you have Any Questions/Feedback?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수빈 현</dc:creator>
  <cp:lastModifiedBy>수빈 현</cp:lastModifiedBy>
  <cp:revision>27</cp:revision>
  <cp:lastPrinted>2024-08-26T11:36:09Z</cp:lastPrinted>
  <dcterms:created xsi:type="dcterms:W3CDTF">2024-08-23T23:14:13Z</dcterms:created>
  <dcterms:modified xsi:type="dcterms:W3CDTF">2024-08-29T02:02:44Z</dcterms:modified>
</cp:coreProperties>
</file>